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  <p:sldMasterId id="2147483726" r:id="rId5"/>
  </p:sldMasterIdLst>
  <p:notesMasterIdLst>
    <p:notesMasterId r:id="rId16"/>
  </p:notesMasterIdLst>
  <p:handoutMasterIdLst>
    <p:handoutMasterId r:id="rId17"/>
  </p:handoutMasterIdLst>
  <p:sldIdLst>
    <p:sldId id="256" r:id="rId6"/>
    <p:sldId id="265" r:id="rId7"/>
    <p:sldId id="269" r:id="rId8"/>
    <p:sldId id="266" r:id="rId9"/>
    <p:sldId id="262" r:id="rId10"/>
    <p:sldId id="260" r:id="rId11"/>
    <p:sldId id="268" r:id="rId12"/>
    <p:sldId id="267" r:id="rId13"/>
    <p:sldId id="270" r:id="rId14"/>
    <p:sldId id="26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09CB0F-72A8-F6D7-08AF-C543D1164E80}" name="Lombardo, Jason" initials="LJ" userId="S::jason.lombardo@oliverwyman.com::12364b8c-6ebb-4973-b9ec-1e299c6108a8" providerId="AD"/>
  <p188:author id="{1660346B-03BF-FB34-0973-71EB085D21F2}" name="Dunn, Roger" initials="DR" userId="S::roger.dunn@oliverwyman.com::e65e231b-1a5f-4644-8f33-780ecd375342" providerId="AD"/>
  <p188:author id="{3792566D-AC4E-9F7E-6A10-45DE5C1CBA08}" name="DeBrusk, Chris" initials="DC" userId="S::Chris.DeBrusk@oliverwyman.com::5cae5c54-b831-4e8b-845e-09da3f0a080f" providerId="AD"/>
  <p188:author id="{886CB880-40F6-C883-A18B-5C87CC9C75D0}" name="Grant, Lindsay" initials="LG" userId="S::lindsay.grant@oliverwyman.com::7a6c0e86-09a8-4466-b438-6ecf61f0ffff" providerId="AD"/>
  <p188:author id="{D78AF884-B4ED-4EB6-87B7-ABFC4FC2A900}" name="Whitehair, Chris" initials="CW" userId="S::Chris.Whitehair@oliverwyman.com::522920f2-3cdc-451d-aa60-f974da15d9dc" providerId="AD"/>
  <p188:author id="{5E6DCBBD-AC58-7AC4-F128-83F966E8A33A}" name="Lipowski, Kuba" initials="KL" userId="S::kuba.lipowski@oliverwyman.com::9ed11daa-d5ac-49b5-bb5a-c070fc99ff58" providerId="AD"/>
  <p188:author id="{4F566AE9-4726-500F-5E1E-D3277039847B}" name="Palli, Venkata Subbaraya Sarma" initials="PS" userId="S::sarma.palli@oliverwyman.com::975b87a7-cd22-4266-af8b-7369ba8fe0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CEF"/>
    <a:srgbClr val="CC9B00"/>
    <a:srgbClr val="FF9900"/>
    <a:srgbClr val="FFDAA3"/>
    <a:srgbClr val="C3E5FF"/>
    <a:srgbClr val="E9EDF2"/>
    <a:srgbClr val="E2CFF1"/>
    <a:srgbClr val="EBEDEE"/>
    <a:srgbClr val="334357"/>
    <a:srgbClr val="87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28D45-3B1C-4F4C-AD70-7A5A7DF14DCF}" v="5" dt="2026-01-26T19:05:11.246"/>
  </p1510:revLst>
</p1510:revInfo>
</file>

<file path=ppt/tableStyles.xml><?xml version="1.0" encoding="utf-8"?>
<a:tblStyleLst xmlns:a="http://schemas.openxmlformats.org/drawingml/2006/main" def="{839DD9DD-9E6C-4910-8AC0-68ADFF6A6AFC}">
  <a:tblStyle styleId="{839DD9DD-9E6C-4910-8AC0-68ADFF6A6AFC}" styleName="Oliver Wyman - defaul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ap="flat" cmpd="sng" algn="ctr">
              <a:solidFill>
                <a:schemeClr val="tx1"/>
              </a:solidFill>
            </a:ln>
          </a:bottom>
          <a:insideH>
            <a:ln w="9525" cap="flat" cmpd="sng" algn="ctr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/>
        <a:fill>
          <a:noFill/>
        </a:fill>
      </a:tcStyle>
    </a:lastRow>
    <a:firstRow>
      <a:tcTxStyle b="on"/>
      <a:tcStyle>
        <a:tcBdr>
          <a:bottom>
            <a:ln w="9525" cap="flat" cmpd="sng" algn="ctr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47" autoAdjust="0"/>
    <p:restoredTop sz="94404" autoAdjust="0"/>
  </p:normalViewPr>
  <p:slideViewPr>
    <p:cSldViewPr snapToGrid="0" showGuides="1">
      <p:cViewPr varScale="1">
        <p:scale>
          <a:sx n="70" d="100"/>
          <a:sy n="70" d="100"/>
        </p:scale>
        <p:origin x="3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2572B-F973-4732-A453-119EA490170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83C12-F094-4EDD-ABDC-7BADBDED574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7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927E5-BED3-44D0-9ADF-FA873E1D6DA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4DA73-AE27-4433-BD53-3E1DB61918F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8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04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77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AF38-8401-09D9-BB6F-ADBEFCAF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62A4E-015A-090E-A45E-34880A70D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175B8-D385-98BF-7C9C-E42C37FC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17A65-7752-6FF5-02C0-F99177DAF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638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8A0E-1314-C783-9B11-BDF17043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078F7-1820-1466-6671-553B9E6D7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D7963-9982-8925-2F60-BA12C05FD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B0B47-20DD-4F9B-4C12-24F3A09EA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0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tif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tif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40F8447-7919-A2E1-4406-EB7541168E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8723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0F8447-7919-A2E1-4406-EB7541168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5CE65C-F6AB-B8DE-D8F3-CCD3327FEB76}"/>
              </a:ext>
            </a:extLst>
          </p:cNvPr>
          <p:cNvSpPr/>
          <p:nvPr userDrawn="1"/>
        </p:nvSpPr>
        <p:spPr>
          <a:xfrm>
            <a:off x="0" y="0"/>
            <a:ext cx="12192000" cy="6866456"/>
          </a:xfrm>
          <a:prstGeom prst="rect">
            <a:avLst/>
          </a:prstGeom>
          <a:solidFill>
            <a:srgbClr val="007F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E716C-7C6F-7BC8-3ACA-9099D0884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5BFED99-AA7A-CBEA-2363-F6D514F7568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99935" y="6124576"/>
            <a:ext cx="3392129" cy="2762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Privileged &amp; Confidential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211E30D-5634-138D-D160-FB2600365E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191198" y="381000"/>
            <a:ext cx="3584509" cy="5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C2C34-F165-17E4-9C8E-A282A9E2C60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/>
          </a:blip>
          <a:stretch>
            <a:fillRect/>
          </a:stretch>
        </p:blipFill>
        <p:spPr>
          <a:xfrm>
            <a:off x="11089907" y="604958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22376" y="2601903"/>
            <a:ext cx="10747248" cy="487569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36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0" indent="0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2375" y="3303016"/>
            <a:ext cx="10747247" cy="369332"/>
          </a:xfrm>
        </p:spPr>
        <p:txBody>
          <a:bodyPr lIns="0" tIns="0" rIns="0" bIns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resenter"/>
          <p:cNvSpPr>
            <a:spLocks noGrp="1"/>
          </p:cNvSpPr>
          <p:nvPr>
            <p:ph type="body" sz="quarter" idx="13" hasCustomPrompt="1"/>
          </p:nvPr>
        </p:nvSpPr>
        <p:spPr>
          <a:xfrm>
            <a:off x="722375" y="4211618"/>
            <a:ext cx="10747247" cy="246221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2"/>
                </a:solidFill>
              </a:defRPr>
            </a:lvl1pPr>
            <a:lvl2pPr marL="0" indent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5515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366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8582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301683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5" orient="horz" pos="11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208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6" orient="horz" pos="11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rtrait phot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63C4256-FB04-439A-992B-410C4231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7365998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sz="half" idx="11"/>
          </p:nvPr>
        </p:nvSpPr>
        <p:spPr>
          <a:xfrm>
            <a:off x="457198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D3F1C2C-B46E-4074-AA0F-9EAD49A990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80400" y="0"/>
            <a:ext cx="3911600" cy="6858000"/>
          </a:xfrm>
        </p:spPr>
        <p:txBody>
          <a:bodyPr tIns="640080" anchor="ctr"/>
          <a:lstStyle>
            <a:lvl1pPr marL="0" indent="0" algn="ctr">
              <a:buNone/>
              <a:defRPr sz="1400">
                <a:solidFill>
                  <a:srgbClr val="C3C3C3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8379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4" orient="horz" pos="1184">
          <p15:clr>
            <a:srgbClr val="FBAE40"/>
          </p15:clr>
        </p15:guide>
        <p15:guide id="6" pos="4928">
          <p15:clr>
            <a:srgbClr val="FBAE40"/>
          </p15:clr>
        </p15:guide>
        <p15:guide id="9" pos="52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5BF9B0-47A0-3816-DEAC-AB6CF99B56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09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BF9B0-47A0-3816-DEAC-AB6CF99B5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9F6AD1B-F41E-5E22-6DEE-74260C91C1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sp>
        <p:nvSpPr>
          <p:cNvPr id="2" name="Section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995680" y="3665728"/>
            <a:ext cx="10473944" cy="764312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9pPr>
          </a:lstStyle>
          <a:p>
            <a:pPr lvl="0"/>
            <a:r>
              <a:t>Click to add section title</a:t>
            </a:r>
          </a:p>
          <a:p>
            <a:pPr lvl="1"/>
            <a:r>
              <a:t>Click to add section subtitle</a:t>
            </a:r>
          </a:p>
        </p:txBody>
      </p:sp>
      <p:sp>
        <p:nvSpPr>
          <p:cNvPr id="3" name="SectionNumber"/>
          <p:cNvSpPr>
            <a:spLocks noGrp="1"/>
          </p:cNvSpPr>
          <p:nvPr>
            <p:ph type="body" sz="quarter" idx="12" hasCustomPrompt="1"/>
          </p:nvPr>
        </p:nvSpPr>
        <p:spPr>
          <a:xfrm>
            <a:off x="995680" y="2844800"/>
            <a:ext cx="10473944" cy="724408"/>
          </a:xfrm>
        </p:spPr>
        <p:txBody>
          <a:bodyPr lIns="0" tIns="0" rIns="0" bIns="0" anchor="ctr"/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/>
            <a:r>
              <a:t>##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8B5CD-29EE-BFE9-2E7E-5172799AE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54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Left"/>
          <p:cNvSpPr>
            <a:spLocks noGrp="1"/>
          </p:cNvSpPr>
          <p:nvPr>
            <p:ph idx="11"/>
          </p:nvPr>
        </p:nvSpPr>
        <p:spPr>
          <a:xfrm>
            <a:off x="457200" y="1399032"/>
            <a:ext cx="54102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24600" y="1399032"/>
            <a:ext cx="5410199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1974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3696">
          <p15:clr>
            <a:srgbClr val="FBAE40"/>
          </p15:clr>
        </p15:guide>
        <p15:guide id="5" pos="39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983435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981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2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Top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Bottom"/>
          <p:cNvSpPr>
            <a:spLocks noGrp="1"/>
          </p:cNvSpPr>
          <p:nvPr>
            <p:ph type="body" idx="13" hasCustomPrompt="1"/>
          </p:nvPr>
        </p:nvSpPr>
        <p:spPr>
          <a:xfrm>
            <a:off x="457200" y="400507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Bottom"/>
          <p:cNvSpPr>
            <a:spLocks noGrp="1"/>
          </p:cNvSpPr>
          <p:nvPr>
            <p:ph idx="12"/>
          </p:nvPr>
        </p:nvSpPr>
        <p:spPr>
          <a:xfrm>
            <a:off x="457200" y="448970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1867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23">
          <p15:clr>
            <a:srgbClr val="FBAE40"/>
          </p15:clr>
        </p15:guide>
        <p15:guide id="5" orient="horz" pos="880">
          <p15:clr>
            <a:srgbClr val="FBAE40"/>
          </p15:clr>
        </p15:guide>
        <p15:guide id="6" orient="horz" pos="2832">
          <p15:clr>
            <a:srgbClr val="FBAE40"/>
          </p15:clr>
        </p15:guide>
        <p15:guide id="8" orient="horz" pos="11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1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920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2464">
          <p15:clr>
            <a:srgbClr val="FBAE40"/>
          </p15:clr>
        </p15:guide>
        <p15:guide id="7" pos="2752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2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1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3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4928">
          <p15:clr>
            <a:srgbClr val="FBAE40"/>
          </p15:clr>
        </p15:guide>
        <p15:guide id="7" pos="5216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166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5216">
          <p15:clr>
            <a:srgbClr val="FBAE40"/>
          </p15:clr>
        </p15:guide>
        <p15:guide id="4" pos="2752">
          <p15:clr>
            <a:srgbClr val="FBAE40"/>
          </p15:clr>
        </p15:guide>
        <p15:guide id="5" pos="4928">
          <p15:clr>
            <a:srgbClr val="FBAE40"/>
          </p15:clr>
        </p15:guide>
        <p15:guide id="6" pos="24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800" y="1399032"/>
            <a:ext cx="34543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79261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5216">
          <p15:clr>
            <a:srgbClr val="FBAE40"/>
          </p15:clr>
        </p15:guide>
        <p15:guide id="10" pos="2752">
          <p15:clr>
            <a:srgbClr val="FBAE40"/>
          </p15:clr>
        </p15:guide>
        <p15:guide id="11" pos="4928">
          <p15:clr>
            <a:srgbClr val="FBAE40"/>
          </p15:clr>
        </p15:guide>
        <p15:guide id="12" pos="2464">
          <p15:clr>
            <a:srgbClr val="FBAE40"/>
          </p15:clr>
        </p15:guide>
        <p15:guide id="14" orient="horz" pos="11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678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2464">
          <p15:clr>
            <a:srgbClr val="FBAE40"/>
          </p15:clr>
        </p15:guide>
        <p15:guide id="9" pos="2752">
          <p15:clr>
            <a:srgbClr val="FBAE40"/>
          </p15:clr>
        </p15:guide>
        <p15:guide id="10" pos="4928">
          <p15:clr>
            <a:srgbClr val="FBAE40"/>
          </p15:clr>
        </p15:guide>
        <p15:guide id="11" pos="5216">
          <p15:clr>
            <a:srgbClr val="FBAE40"/>
          </p15:clr>
        </p15:guide>
        <p15:guide id="13" orient="horz" pos="11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199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33909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33909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 Right"/>
          <p:cNvSpPr>
            <a:spLocks noGrp="1"/>
          </p:cNvSpPr>
          <p:nvPr>
            <p:ph type="body" idx="15" hasCustomPrompt="1"/>
          </p:nvPr>
        </p:nvSpPr>
        <p:spPr>
          <a:xfrm>
            <a:off x="63246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 Right"/>
          <p:cNvSpPr>
            <a:spLocks noGrp="1"/>
          </p:cNvSpPr>
          <p:nvPr>
            <p:ph sz="quarter" idx="14"/>
          </p:nvPr>
        </p:nvSpPr>
        <p:spPr>
          <a:xfrm>
            <a:off x="63246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"/>
          <p:cNvSpPr>
            <a:spLocks noGrp="1"/>
          </p:cNvSpPr>
          <p:nvPr>
            <p:ph type="body" idx="17" hasCustomPrompt="1"/>
          </p:nvPr>
        </p:nvSpPr>
        <p:spPr>
          <a:xfrm>
            <a:off x="92583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"/>
          <p:cNvSpPr>
            <a:spLocks noGrp="1"/>
          </p:cNvSpPr>
          <p:nvPr>
            <p:ph sz="quarter" idx="16"/>
          </p:nvPr>
        </p:nvSpPr>
        <p:spPr>
          <a:xfrm>
            <a:off x="92583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30349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10" pos="2136">
          <p15:clr>
            <a:srgbClr val="FBAE40"/>
          </p15:clr>
        </p15:guide>
        <p15:guide id="11" pos="3696">
          <p15:clr>
            <a:srgbClr val="FBAE40"/>
          </p15:clr>
        </p15:guide>
        <p15:guide id="12" pos="1848">
          <p15:clr>
            <a:srgbClr val="FBAE40"/>
          </p15:clr>
        </p15:guide>
        <p15:guide id="13" pos="3984">
          <p15:clr>
            <a:srgbClr val="FBAE40"/>
          </p15:clr>
        </p15:guide>
        <p15:guide id="14" pos="5544">
          <p15:clr>
            <a:srgbClr val="FBAE40"/>
          </p15:clr>
        </p15:guide>
        <p15:guide id="15" pos="5832">
          <p15:clr>
            <a:srgbClr val="FBAE40"/>
          </p15:clr>
        </p15:guide>
        <p15:guide id="17" orient="horz" pos="11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28067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28067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"/>
          <p:cNvSpPr>
            <a:spLocks noGrp="1"/>
          </p:cNvSpPr>
          <p:nvPr>
            <p:ph type="body" idx="15" hasCustomPrompt="1"/>
          </p:nvPr>
        </p:nvSpPr>
        <p:spPr>
          <a:xfrm>
            <a:off x="5156200" y="1399032"/>
            <a:ext cx="1879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"/>
          <p:cNvSpPr>
            <a:spLocks noGrp="1"/>
          </p:cNvSpPr>
          <p:nvPr>
            <p:ph sz="quarter" idx="14"/>
          </p:nvPr>
        </p:nvSpPr>
        <p:spPr>
          <a:xfrm>
            <a:off x="5156200" y="1883664"/>
            <a:ext cx="1879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Middle Right"/>
          <p:cNvSpPr>
            <a:spLocks noGrp="1"/>
          </p:cNvSpPr>
          <p:nvPr>
            <p:ph type="body" idx="17" hasCustomPrompt="1"/>
          </p:nvPr>
        </p:nvSpPr>
        <p:spPr>
          <a:xfrm>
            <a:off x="74930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Middle Right"/>
          <p:cNvSpPr>
            <a:spLocks noGrp="1"/>
          </p:cNvSpPr>
          <p:nvPr>
            <p:ph sz="quarter" idx="16"/>
          </p:nvPr>
        </p:nvSpPr>
        <p:spPr>
          <a:xfrm>
            <a:off x="74930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0" name="Heading Right">
            <a:extLst>
              <a:ext uri="{FF2B5EF4-FFF2-40B4-BE49-F238E27FC236}">
                <a16:creationId xmlns:a16="http://schemas.microsoft.com/office/drawing/2014/main" id="{28D70AB5-46A8-4A97-AAB4-47C1BD4B837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425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21" name="Content Right">
            <a:extLst>
              <a:ext uri="{FF2B5EF4-FFF2-40B4-BE49-F238E27FC236}">
                <a16:creationId xmlns:a16="http://schemas.microsoft.com/office/drawing/2014/main" id="{8E85D35B-391E-43DD-85C1-F96075528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8425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7248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1480">
          <p15:clr>
            <a:srgbClr val="FBAE40"/>
          </p15:clr>
        </p15:guide>
        <p15:guide id="7" pos="1768">
          <p15:clr>
            <a:srgbClr val="FBAE40"/>
          </p15:clr>
        </p15:guide>
        <p15:guide id="8" pos="2960">
          <p15:clr>
            <a:srgbClr val="FBAE40"/>
          </p15:clr>
        </p15:guide>
        <p15:guide id="9" pos="3248">
          <p15:clr>
            <a:srgbClr val="FBAE40"/>
          </p15:clr>
        </p15:guide>
        <p15:guide id="10" pos="4432">
          <p15:clr>
            <a:srgbClr val="FBAE40"/>
          </p15:clr>
        </p15:guide>
        <p15:guide id="11" pos="4720">
          <p15:clr>
            <a:srgbClr val="FBAE40"/>
          </p15:clr>
        </p15:guide>
        <p15:guide id="12" pos="5912">
          <p15:clr>
            <a:srgbClr val="FBAE40"/>
          </p15:clr>
        </p15:guide>
        <p15:guide id="13" pos="6200">
          <p15:clr>
            <a:srgbClr val="FBAE40"/>
          </p15:clr>
        </p15:guide>
        <p15:guide id="15" orient="horz" pos="11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 Top"/>
          <p:cNvSpPr>
            <a:spLocks noGrp="1"/>
          </p:cNvSpPr>
          <p:nvPr>
            <p:ph type="body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 Top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Left Bottom"/>
          <p:cNvSpPr>
            <a:spLocks noGrp="1"/>
          </p:cNvSpPr>
          <p:nvPr>
            <p:ph type="body" idx="15" hasCustomPrompt="1"/>
          </p:nvPr>
        </p:nvSpPr>
        <p:spPr>
          <a:xfrm>
            <a:off x="457200" y="400507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Left Bottom"/>
          <p:cNvSpPr>
            <a:spLocks noGrp="1"/>
          </p:cNvSpPr>
          <p:nvPr>
            <p:ph sz="quarter" idx="14"/>
          </p:nvPr>
        </p:nvSpPr>
        <p:spPr>
          <a:xfrm>
            <a:off x="457200" y="448970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 Bottom"/>
          <p:cNvSpPr>
            <a:spLocks noGrp="1"/>
          </p:cNvSpPr>
          <p:nvPr>
            <p:ph type="body" idx="17" hasCustomPrompt="1"/>
          </p:nvPr>
        </p:nvSpPr>
        <p:spPr>
          <a:xfrm>
            <a:off x="6324600" y="400507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 Bottom"/>
          <p:cNvSpPr>
            <a:spLocks noGrp="1"/>
          </p:cNvSpPr>
          <p:nvPr>
            <p:ph sz="quarter" idx="16"/>
          </p:nvPr>
        </p:nvSpPr>
        <p:spPr>
          <a:xfrm>
            <a:off x="6324600" y="448970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8831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10" pos="3984">
          <p15:clr>
            <a:srgbClr val="FBAE40"/>
          </p15:clr>
        </p15:guide>
        <p15:guide id="14" pos="3696">
          <p15:clr>
            <a:srgbClr val="FBAE40"/>
          </p15:clr>
        </p15:guide>
        <p15:guide id="15" orient="horz" pos="1184">
          <p15:clr>
            <a:srgbClr val="FBAE40"/>
          </p15:clr>
        </p15:guide>
        <p15:guide id="17" orient="horz" pos="2832">
          <p15:clr>
            <a:srgbClr val="FBAE40"/>
          </p15:clr>
        </p15:guide>
        <p15:guide id="18" orient="horz" pos="25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Top"/>
          <p:cNvSpPr>
            <a:spLocks noGrp="1"/>
          </p:cNvSpPr>
          <p:nvPr>
            <p:ph type="body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Top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 Top"/>
          <p:cNvSpPr>
            <a:spLocks noGrp="1"/>
          </p:cNvSpPr>
          <p:nvPr>
            <p:ph type="body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 Top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Left Bottom"/>
          <p:cNvSpPr>
            <a:spLocks noGrp="1"/>
          </p:cNvSpPr>
          <p:nvPr>
            <p:ph type="body" idx="17" hasCustomPrompt="1"/>
          </p:nvPr>
        </p:nvSpPr>
        <p:spPr>
          <a:xfrm>
            <a:off x="4572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Left Bottom"/>
          <p:cNvSpPr>
            <a:spLocks noGrp="1"/>
          </p:cNvSpPr>
          <p:nvPr>
            <p:ph sz="quarter" idx="16"/>
          </p:nvPr>
        </p:nvSpPr>
        <p:spPr>
          <a:xfrm>
            <a:off x="4572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Heading Middle Bottom"/>
          <p:cNvSpPr>
            <a:spLocks noGrp="1"/>
          </p:cNvSpPr>
          <p:nvPr>
            <p:ph type="body" idx="19" hasCustomPrompt="1"/>
          </p:nvPr>
        </p:nvSpPr>
        <p:spPr>
          <a:xfrm>
            <a:off x="4368799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2" name="Content Middle Bottom"/>
          <p:cNvSpPr>
            <a:spLocks noGrp="1"/>
          </p:cNvSpPr>
          <p:nvPr>
            <p:ph sz="quarter" idx="18"/>
          </p:nvPr>
        </p:nvSpPr>
        <p:spPr>
          <a:xfrm>
            <a:off x="4368799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Heading Right Bottom"/>
          <p:cNvSpPr>
            <a:spLocks noGrp="1"/>
          </p:cNvSpPr>
          <p:nvPr>
            <p:ph type="body" idx="21" hasCustomPrompt="1"/>
          </p:nvPr>
        </p:nvSpPr>
        <p:spPr>
          <a:xfrm>
            <a:off x="82804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4" name="Content Right Bottom"/>
          <p:cNvSpPr>
            <a:spLocks noGrp="1"/>
          </p:cNvSpPr>
          <p:nvPr>
            <p:ph sz="quarter" idx="20"/>
          </p:nvPr>
        </p:nvSpPr>
        <p:spPr>
          <a:xfrm>
            <a:off x="82804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4178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2752">
          <p15:clr>
            <a:srgbClr val="FBAE40"/>
          </p15:clr>
        </p15:guide>
        <p15:guide id="14" pos="5216">
          <p15:clr>
            <a:srgbClr val="FBAE40"/>
          </p15:clr>
        </p15:guide>
        <p15:guide id="18" pos="2464">
          <p15:clr>
            <a:srgbClr val="FBAE40"/>
          </p15:clr>
        </p15:guide>
        <p15:guide id="20" pos="4928">
          <p15:clr>
            <a:srgbClr val="FBAE40"/>
          </p15:clr>
        </p15:guide>
        <p15:guide id="21" orient="horz" pos="2520">
          <p15:clr>
            <a:srgbClr val="FBAE40"/>
          </p15:clr>
        </p15:guide>
        <p15:guide id="24" orient="horz" pos="880">
          <p15:clr>
            <a:srgbClr val="FBAE40"/>
          </p15:clr>
        </p15:guide>
        <p15:guide id="25" orient="horz" pos="1184">
          <p15:clr>
            <a:srgbClr val="FBAE40"/>
          </p15:clr>
        </p15:guide>
        <p15:guide id="27" orient="horz" pos="28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Contents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063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 Screen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7F630-17F4-6543-8ECD-44C4D95378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3944" y="1022732"/>
            <a:ext cx="7638056" cy="51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F6F9702-5923-BD4E-8DDB-45964A07B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A21152A-0C25-3643-B766-DB829FB5C7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C2D6A-EB6A-934D-8849-AC5310D8552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081713" y="1722438"/>
            <a:ext cx="4603750" cy="26162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421762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Screen Image w/ Body Copy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113D3-5477-9949-AB38-24561C627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549" y="1006090"/>
            <a:ext cx="2675164" cy="4845819"/>
          </a:xfrm>
          <a:prstGeom prst="rect">
            <a:avLst/>
          </a:prstGeom>
          <a:noFill/>
          <a:effectLst>
            <a:reflection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360DB4-B710-F840-97BD-56F986CD02D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21563" y="1616074"/>
            <a:ext cx="2041525" cy="3636409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78893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Screen Image w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BB097-01F7-9848-A2FD-D747F9E72D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227" y="263258"/>
            <a:ext cx="4261373" cy="6285740"/>
          </a:xfrm>
          <a:prstGeom prst="rect">
            <a:avLst/>
          </a:prstGeom>
          <a:noFill/>
          <a:effectLst>
            <a:reflection blurRad="6350"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EB935E5-A45B-9047-BABB-260069AB3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2060" y="935026"/>
            <a:ext cx="3705240" cy="4912415"/>
          </a:xfrm>
          <a:custGeom>
            <a:avLst/>
            <a:gdLst>
              <a:gd name="connsiteX0" fmla="*/ 0 w 2820838"/>
              <a:gd name="connsiteY0" fmla="*/ 0 h 3735238"/>
              <a:gd name="connsiteX1" fmla="*/ 2820838 w 2820838"/>
              <a:gd name="connsiteY1" fmla="*/ 0 h 3735238"/>
              <a:gd name="connsiteX2" fmla="*/ 2820838 w 2820838"/>
              <a:gd name="connsiteY2" fmla="*/ 3735238 h 3735238"/>
              <a:gd name="connsiteX3" fmla="*/ 0 w 2820838"/>
              <a:gd name="connsiteY3" fmla="*/ 3735238 h 373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0838" h="3735238">
                <a:moveTo>
                  <a:pt x="0" y="0"/>
                </a:moveTo>
                <a:lnTo>
                  <a:pt x="2820838" y="0"/>
                </a:lnTo>
                <a:lnTo>
                  <a:pt x="2820838" y="3735238"/>
                </a:lnTo>
                <a:lnTo>
                  <a:pt x="0" y="3735238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>
                <a:alpha val="81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5432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and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D9757-D430-324B-B9A3-CB630C2884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535" y="-743619"/>
            <a:ext cx="8345237" cy="834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87076-ED09-C74F-B234-90F536C1B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026" y="762584"/>
            <a:ext cx="7509753" cy="4226492"/>
          </a:xfrm>
          <a:custGeom>
            <a:avLst/>
            <a:gdLst>
              <a:gd name="connsiteX0" fmla="*/ 0 w 4839419"/>
              <a:gd name="connsiteY0" fmla="*/ 0 h 2777706"/>
              <a:gd name="connsiteX1" fmla="*/ 4839419 w 4839419"/>
              <a:gd name="connsiteY1" fmla="*/ 0 h 2777706"/>
              <a:gd name="connsiteX2" fmla="*/ 4839419 w 4839419"/>
              <a:gd name="connsiteY2" fmla="*/ 2777706 h 2777706"/>
              <a:gd name="connsiteX3" fmla="*/ 0 w 4839419"/>
              <a:gd name="connsiteY3" fmla="*/ 2777706 h 277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9419" h="2777706">
                <a:moveTo>
                  <a:pt x="0" y="0"/>
                </a:moveTo>
                <a:lnTo>
                  <a:pt x="4839419" y="0"/>
                </a:lnTo>
                <a:lnTo>
                  <a:pt x="4839419" y="2777706"/>
                </a:lnTo>
                <a:lnTo>
                  <a:pt x="0" y="2777706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25400">
              <a:prstClr val="black">
                <a:alpha val="58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1D199-27D1-ED41-B44B-16823471D60C}"/>
              </a:ext>
            </a:extLst>
          </p:cNvPr>
          <p:cNvGrpSpPr/>
          <p:nvPr userDrawn="1"/>
        </p:nvGrpSpPr>
        <p:grpSpPr>
          <a:xfrm>
            <a:off x="205701" y="436764"/>
            <a:ext cx="3343315" cy="6026498"/>
            <a:chOff x="7871044" y="199745"/>
            <a:chExt cx="3670329" cy="66159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16A417-8E35-674B-9522-03F52D426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DF42CE-8610-2C40-835F-C026A6482132}"/>
                </a:ext>
              </a:extLst>
            </p:cNvPr>
            <p:cNvPicPr>
              <a:picLocks/>
            </p:cNvPicPr>
            <p:nvPr userDrawn="1"/>
          </p:nvPicPr>
          <p:blipFill>
            <a:blip r:embed="rId4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FB06323-1077-1343-8951-4F9C8E6FF64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39205" y="575627"/>
            <a:ext cx="2755874" cy="5390145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239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95BBD-FB6C-FC49-8CB2-9C2E2057777B}"/>
              </a:ext>
            </a:extLst>
          </p:cNvPr>
          <p:cNvGrpSpPr/>
          <p:nvPr userDrawn="1"/>
        </p:nvGrpSpPr>
        <p:grpSpPr>
          <a:xfrm>
            <a:off x="0" y="663625"/>
            <a:ext cx="3180877" cy="5733695"/>
            <a:chOff x="7871044" y="199745"/>
            <a:chExt cx="3670329" cy="661595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E22972-1B56-1F43-8707-BB055B85F1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70B68D-C821-4941-95B9-7ED1D3555D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9F519B3-C9BD-6C4E-B9A4-BD54F4B4F59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74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10E530-B44C-3E41-928F-DF042440DEF7}"/>
              </a:ext>
            </a:extLst>
          </p:cNvPr>
          <p:cNvGrpSpPr/>
          <p:nvPr userDrawn="1"/>
        </p:nvGrpSpPr>
        <p:grpSpPr>
          <a:xfrm>
            <a:off x="2976880" y="663625"/>
            <a:ext cx="3180877" cy="5733695"/>
            <a:chOff x="7871044" y="199745"/>
            <a:chExt cx="3670329" cy="66159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8B8BF5-E214-9E4A-BA73-00B522619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89A5EFE-5F6C-884E-9B32-661E054CBE17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7214D4E-0F1A-624A-A09C-211D22FB810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4096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08C2D-AE97-A94C-A8CD-7DE61A848106}"/>
              </a:ext>
            </a:extLst>
          </p:cNvPr>
          <p:cNvGrpSpPr/>
          <p:nvPr userDrawn="1"/>
        </p:nvGrpSpPr>
        <p:grpSpPr>
          <a:xfrm>
            <a:off x="5974080" y="663625"/>
            <a:ext cx="3180877" cy="5733695"/>
            <a:chOff x="7871044" y="199745"/>
            <a:chExt cx="3670329" cy="661595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0BAAD-BF7C-4345-A3B8-5D49B3F587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63B2E2-79F5-6C44-B7E1-B442C2A3E9B2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DEF7FB6-832E-5343-A125-9E08021A711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068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F472-D6B5-5A4D-A7F5-8B22745006A6}"/>
              </a:ext>
            </a:extLst>
          </p:cNvPr>
          <p:cNvGrpSpPr/>
          <p:nvPr userDrawn="1"/>
        </p:nvGrpSpPr>
        <p:grpSpPr>
          <a:xfrm>
            <a:off x="8950960" y="663625"/>
            <a:ext cx="3180877" cy="5733695"/>
            <a:chOff x="7871044" y="199745"/>
            <a:chExt cx="3670329" cy="66159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BED865-23BD-1443-AC36-5FC2B9065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B7B73D-89AE-A14A-B3EC-231DFDA1DC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0E299BD-ED3C-4043-8755-E6135E725CB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8370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526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 animBg="1"/>
      <p:bldP spid="31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6526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122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253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0D2F2-DE3D-0A46-B000-D1529BA884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36764-0534-2A47-82F4-4BDF7F536F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44733"/>
            <a:ext cx="1717172" cy="151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A56D760-6A6D-2D4A-B736-180C25F107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0800" y="2530992"/>
            <a:ext cx="10121900" cy="1018318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Slide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9FB0631-5DFF-C64B-B50F-F194E6DCAB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8571" y="3549310"/>
            <a:ext cx="8172450" cy="636232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bg1"/>
                </a:solidFill>
                <a:latin typeface="AmericanSans" panose="02000000000000000000" pitchFamily="2" charset="77"/>
              </a:rPr>
              <a:t> Subtitle of Chapter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24C78-0344-4A47-9D46-52F02001F16C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1"/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1"/>
              </a:solidFill>
              <a:latin typeface="AmericanSans" panose="02000000000000000000" pitchFamily="2" charset="77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6F32039-DE43-FF41-AE69-E1C6C4F9A8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/>
          </a:blip>
          <a:stretch>
            <a:fillRect/>
          </a:stretch>
        </p:blipFill>
        <p:spPr>
          <a:xfrm>
            <a:off x="9474522" y="352059"/>
            <a:ext cx="2523744" cy="3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2703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40F8447-7919-A2E1-4406-EB7541168E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8723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0F8447-7919-A2E1-4406-EB7541168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5CE65C-F6AB-B8DE-D8F3-CCD3327FEB76}"/>
              </a:ext>
            </a:extLst>
          </p:cNvPr>
          <p:cNvSpPr/>
          <p:nvPr userDrawn="1"/>
        </p:nvSpPr>
        <p:spPr>
          <a:xfrm>
            <a:off x="0" y="0"/>
            <a:ext cx="12192000" cy="6866456"/>
          </a:xfrm>
          <a:prstGeom prst="rect">
            <a:avLst/>
          </a:prstGeom>
          <a:solidFill>
            <a:srgbClr val="007F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E716C-7C6F-7BC8-3ACA-9099D0884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5BFED99-AA7A-CBEA-2363-F6D514F7568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99935" y="6124576"/>
            <a:ext cx="3392129" cy="2762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Privileged &amp; Confidential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211E30D-5634-138D-D160-FB2600365E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191198" y="381000"/>
            <a:ext cx="3584509" cy="5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C2C34-F165-17E4-9C8E-A282A9E2C60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/>
          </a:blip>
          <a:stretch>
            <a:fillRect/>
          </a:stretch>
        </p:blipFill>
        <p:spPr>
          <a:xfrm>
            <a:off x="11089907" y="604958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22376" y="2601903"/>
            <a:ext cx="10747248" cy="487569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36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0" indent="0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2375" y="3303016"/>
            <a:ext cx="10747247" cy="369332"/>
          </a:xfrm>
        </p:spPr>
        <p:txBody>
          <a:bodyPr lIns="0" tIns="0" rIns="0" bIns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resenter"/>
          <p:cNvSpPr>
            <a:spLocks noGrp="1"/>
          </p:cNvSpPr>
          <p:nvPr>
            <p:ph type="body" sz="quarter" idx="13" hasCustomPrompt="1"/>
          </p:nvPr>
        </p:nvSpPr>
        <p:spPr>
          <a:xfrm>
            <a:off x="722375" y="4211618"/>
            <a:ext cx="10747247" cy="246221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2"/>
                </a:solidFill>
              </a:defRPr>
            </a:lvl1pPr>
            <a:lvl2pPr marL="0" indent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527906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136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0579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55090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5" orient="horz" pos="11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7978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6" orient="horz" pos="11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rtrait phot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63C4256-FB04-439A-992B-410C4231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7365998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sz="half" idx="11"/>
          </p:nvPr>
        </p:nvSpPr>
        <p:spPr>
          <a:xfrm>
            <a:off x="457198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D3F1C2C-B46E-4074-AA0F-9EAD49A990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80400" y="0"/>
            <a:ext cx="3911600" cy="6858000"/>
          </a:xfrm>
        </p:spPr>
        <p:txBody>
          <a:bodyPr tIns="640080" anchor="ctr"/>
          <a:lstStyle>
            <a:lvl1pPr marL="0" indent="0" algn="ctr">
              <a:buNone/>
              <a:defRPr sz="1400">
                <a:solidFill>
                  <a:srgbClr val="C3C3C3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972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4" orient="horz" pos="1184">
          <p15:clr>
            <a:srgbClr val="FBAE40"/>
          </p15:clr>
        </p15:guide>
        <p15:guide id="6" pos="4928">
          <p15:clr>
            <a:srgbClr val="FBAE40"/>
          </p15:clr>
        </p15:guide>
        <p15:guide id="9" pos="521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5BF9B0-47A0-3816-DEAC-AB6CF99B56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09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BF9B0-47A0-3816-DEAC-AB6CF99B5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9F6AD1B-F41E-5E22-6DEE-74260C91C1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sp>
        <p:nvSpPr>
          <p:cNvPr id="2" name="Section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995680" y="3665728"/>
            <a:ext cx="10473944" cy="764312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9pPr>
          </a:lstStyle>
          <a:p>
            <a:pPr lvl="0"/>
            <a:r>
              <a:t>Click to add section title</a:t>
            </a:r>
          </a:p>
          <a:p>
            <a:pPr lvl="1"/>
            <a:r>
              <a:t>Click to add section subtitle</a:t>
            </a:r>
          </a:p>
        </p:txBody>
      </p:sp>
      <p:sp>
        <p:nvSpPr>
          <p:cNvPr id="3" name="SectionNumber"/>
          <p:cNvSpPr>
            <a:spLocks noGrp="1"/>
          </p:cNvSpPr>
          <p:nvPr>
            <p:ph type="body" sz="quarter" idx="12" hasCustomPrompt="1"/>
          </p:nvPr>
        </p:nvSpPr>
        <p:spPr>
          <a:xfrm>
            <a:off x="995680" y="2844800"/>
            <a:ext cx="10473944" cy="724408"/>
          </a:xfrm>
        </p:spPr>
        <p:txBody>
          <a:bodyPr lIns="0" tIns="0" rIns="0" bIns="0" anchor="ctr"/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/>
            <a:r>
              <a:t>##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8B5CD-29EE-BFE9-2E7E-5172799AE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435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Left"/>
          <p:cNvSpPr>
            <a:spLocks noGrp="1"/>
          </p:cNvSpPr>
          <p:nvPr>
            <p:ph idx="11"/>
          </p:nvPr>
        </p:nvSpPr>
        <p:spPr>
          <a:xfrm>
            <a:off x="457200" y="1399032"/>
            <a:ext cx="54102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24600" y="1399032"/>
            <a:ext cx="5410199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3770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3696">
          <p15:clr>
            <a:srgbClr val="FBAE40"/>
          </p15:clr>
        </p15:guide>
        <p15:guide id="5" pos="39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1422724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14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2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Top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Bottom"/>
          <p:cNvSpPr>
            <a:spLocks noGrp="1"/>
          </p:cNvSpPr>
          <p:nvPr>
            <p:ph type="body" idx="13" hasCustomPrompt="1"/>
          </p:nvPr>
        </p:nvSpPr>
        <p:spPr>
          <a:xfrm>
            <a:off x="457200" y="400507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Bottom"/>
          <p:cNvSpPr>
            <a:spLocks noGrp="1"/>
          </p:cNvSpPr>
          <p:nvPr>
            <p:ph idx="12"/>
          </p:nvPr>
        </p:nvSpPr>
        <p:spPr>
          <a:xfrm>
            <a:off x="457200" y="448970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0740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23">
          <p15:clr>
            <a:srgbClr val="FBAE40"/>
          </p15:clr>
        </p15:guide>
        <p15:guide id="5" orient="horz" pos="880">
          <p15:clr>
            <a:srgbClr val="FBAE40"/>
          </p15:clr>
        </p15:guide>
        <p15:guide id="6" orient="horz" pos="2832">
          <p15:clr>
            <a:srgbClr val="FBAE40"/>
          </p15:clr>
        </p15:guide>
        <p15:guide id="8" orient="horz" pos="118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1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612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2464">
          <p15:clr>
            <a:srgbClr val="FBAE40"/>
          </p15:clr>
        </p15:guide>
        <p15:guide id="7" pos="2752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2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1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7157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4928">
          <p15:clr>
            <a:srgbClr val="FBAE40"/>
          </p15:clr>
        </p15:guide>
        <p15:guide id="7" pos="5216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988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5216">
          <p15:clr>
            <a:srgbClr val="FBAE40"/>
          </p15:clr>
        </p15:guide>
        <p15:guide id="4" pos="2752">
          <p15:clr>
            <a:srgbClr val="FBAE40"/>
          </p15:clr>
        </p15:guide>
        <p15:guide id="5" pos="4928">
          <p15:clr>
            <a:srgbClr val="FBAE40"/>
          </p15:clr>
        </p15:guide>
        <p15:guide id="6" pos="246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800" y="1399032"/>
            <a:ext cx="34543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616095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5216">
          <p15:clr>
            <a:srgbClr val="FBAE40"/>
          </p15:clr>
        </p15:guide>
        <p15:guide id="10" pos="2752">
          <p15:clr>
            <a:srgbClr val="FBAE40"/>
          </p15:clr>
        </p15:guide>
        <p15:guide id="11" pos="4928">
          <p15:clr>
            <a:srgbClr val="FBAE40"/>
          </p15:clr>
        </p15:guide>
        <p15:guide id="12" pos="2464">
          <p15:clr>
            <a:srgbClr val="FBAE40"/>
          </p15:clr>
        </p15:guide>
        <p15:guide id="14" orient="horz" pos="11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4329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2464">
          <p15:clr>
            <a:srgbClr val="FBAE40"/>
          </p15:clr>
        </p15:guide>
        <p15:guide id="9" pos="2752">
          <p15:clr>
            <a:srgbClr val="FBAE40"/>
          </p15:clr>
        </p15:guide>
        <p15:guide id="10" pos="4928">
          <p15:clr>
            <a:srgbClr val="FBAE40"/>
          </p15:clr>
        </p15:guide>
        <p15:guide id="11" pos="5216">
          <p15:clr>
            <a:srgbClr val="FBAE40"/>
          </p15:clr>
        </p15:guide>
        <p15:guide id="13" orient="horz" pos="118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199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33909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33909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 Right"/>
          <p:cNvSpPr>
            <a:spLocks noGrp="1"/>
          </p:cNvSpPr>
          <p:nvPr>
            <p:ph type="body" idx="15" hasCustomPrompt="1"/>
          </p:nvPr>
        </p:nvSpPr>
        <p:spPr>
          <a:xfrm>
            <a:off x="63246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 Right"/>
          <p:cNvSpPr>
            <a:spLocks noGrp="1"/>
          </p:cNvSpPr>
          <p:nvPr>
            <p:ph sz="quarter" idx="14"/>
          </p:nvPr>
        </p:nvSpPr>
        <p:spPr>
          <a:xfrm>
            <a:off x="63246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"/>
          <p:cNvSpPr>
            <a:spLocks noGrp="1"/>
          </p:cNvSpPr>
          <p:nvPr>
            <p:ph type="body" idx="17" hasCustomPrompt="1"/>
          </p:nvPr>
        </p:nvSpPr>
        <p:spPr>
          <a:xfrm>
            <a:off x="92583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"/>
          <p:cNvSpPr>
            <a:spLocks noGrp="1"/>
          </p:cNvSpPr>
          <p:nvPr>
            <p:ph sz="quarter" idx="16"/>
          </p:nvPr>
        </p:nvSpPr>
        <p:spPr>
          <a:xfrm>
            <a:off x="92583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7146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10" pos="2136">
          <p15:clr>
            <a:srgbClr val="FBAE40"/>
          </p15:clr>
        </p15:guide>
        <p15:guide id="11" pos="3696">
          <p15:clr>
            <a:srgbClr val="FBAE40"/>
          </p15:clr>
        </p15:guide>
        <p15:guide id="12" pos="1848">
          <p15:clr>
            <a:srgbClr val="FBAE40"/>
          </p15:clr>
        </p15:guide>
        <p15:guide id="13" pos="3984">
          <p15:clr>
            <a:srgbClr val="FBAE40"/>
          </p15:clr>
        </p15:guide>
        <p15:guide id="14" pos="5544">
          <p15:clr>
            <a:srgbClr val="FBAE40"/>
          </p15:clr>
        </p15:guide>
        <p15:guide id="15" pos="5832">
          <p15:clr>
            <a:srgbClr val="FBAE40"/>
          </p15:clr>
        </p15:guide>
        <p15:guide id="17" orient="horz" pos="118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28067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28067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"/>
          <p:cNvSpPr>
            <a:spLocks noGrp="1"/>
          </p:cNvSpPr>
          <p:nvPr>
            <p:ph type="body" idx="15" hasCustomPrompt="1"/>
          </p:nvPr>
        </p:nvSpPr>
        <p:spPr>
          <a:xfrm>
            <a:off x="5156200" y="1399032"/>
            <a:ext cx="1879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"/>
          <p:cNvSpPr>
            <a:spLocks noGrp="1"/>
          </p:cNvSpPr>
          <p:nvPr>
            <p:ph sz="quarter" idx="14"/>
          </p:nvPr>
        </p:nvSpPr>
        <p:spPr>
          <a:xfrm>
            <a:off x="5156200" y="1883664"/>
            <a:ext cx="1879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Middle Right"/>
          <p:cNvSpPr>
            <a:spLocks noGrp="1"/>
          </p:cNvSpPr>
          <p:nvPr>
            <p:ph type="body" idx="17" hasCustomPrompt="1"/>
          </p:nvPr>
        </p:nvSpPr>
        <p:spPr>
          <a:xfrm>
            <a:off x="74930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Middle Right"/>
          <p:cNvSpPr>
            <a:spLocks noGrp="1"/>
          </p:cNvSpPr>
          <p:nvPr>
            <p:ph sz="quarter" idx="16"/>
          </p:nvPr>
        </p:nvSpPr>
        <p:spPr>
          <a:xfrm>
            <a:off x="74930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0" name="Heading Right">
            <a:extLst>
              <a:ext uri="{FF2B5EF4-FFF2-40B4-BE49-F238E27FC236}">
                <a16:creationId xmlns:a16="http://schemas.microsoft.com/office/drawing/2014/main" id="{28D70AB5-46A8-4A97-AAB4-47C1BD4B837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425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21" name="Content Right">
            <a:extLst>
              <a:ext uri="{FF2B5EF4-FFF2-40B4-BE49-F238E27FC236}">
                <a16:creationId xmlns:a16="http://schemas.microsoft.com/office/drawing/2014/main" id="{8E85D35B-391E-43DD-85C1-F96075528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8425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4190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1480">
          <p15:clr>
            <a:srgbClr val="FBAE40"/>
          </p15:clr>
        </p15:guide>
        <p15:guide id="7" pos="1768">
          <p15:clr>
            <a:srgbClr val="FBAE40"/>
          </p15:clr>
        </p15:guide>
        <p15:guide id="8" pos="2960">
          <p15:clr>
            <a:srgbClr val="FBAE40"/>
          </p15:clr>
        </p15:guide>
        <p15:guide id="9" pos="3248">
          <p15:clr>
            <a:srgbClr val="FBAE40"/>
          </p15:clr>
        </p15:guide>
        <p15:guide id="10" pos="4432">
          <p15:clr>
            <a:srgbClr val="FBAE40"/>
          </p15:clr>
        </p15:guide>
        <p15:guide id="11" pos="4720">
          <p15:clr>
            <a:srgbClr val="FBAE40"/>
          </p15:clr>
        </p15:guide>
        <p15:guide id="12" pos="5912">
          <p15:clr>
            <a:srgbClr val="FBAE40"/>
          </p15:clr>
        </p15:guide>
        <p15:guide id="13" pos="6200">
          <p15:clr>
            <a:srgbClr val="FBAE40"/>
          </p15:clr>
        </p15:guide>
        <p15:guide id="15" orient="horz" pos="118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 Top"/>
          <p:cNvSpPr>
            <a:spLocks noGrp="1"/>
          </p:cNvSpPr>
          <p:nvPr>
            <p:ph type="body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 Top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Left Bottom"/>
          <p:cNvSpPr>
            <a:spLocks noGrp="1"/>
          </p:cNvSpPr>
          <p:nvPr>
            <p:ph type="body" idx="15" hasCustomPrompt="1"/>
          </p:nvPr>
        </p:nvSpPr>
        <p:spPr>
          <a:xfrm>
            <a:off x="457200" y="400507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Left Bottom"/>
          <p:cNvSpPr>
            <a:spLocks noGrp="1"/>
          </p:cNvSpPr>
          <p:nvPr>
            <p:ph sz="quarter" idx="14"/>
          </p:nvPr>
        </p:nvSpPr>
        <p:spPr>
          <a:xfrm>
            <a:off x="457200" y="448970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 Bottom"/>
          <p:cNvSpPr>
            <a:spLocks noGrp="1"/>
          </p:cNvSpPr>
          <p:nvPr>
            <p:ph type="body" idx="17" hasCustomPrompt="1"/>
          </p:nvPr>
        </p:nvSpPr>
        <p:spPr>
          <a:xfrm>
            <a:off x="6324600" y="400507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 Bottom"/>
          <p:cNvSpPr>
            <a:spLocks noGrp="1"/>
          </p:cNvSpPr>
          <p:nvPr>
            <p:ph sz="quarter" idx="16"/>
          </p:nvPr>
        </p:nvSpPr>
        <p:spPr>
          <a:xfrm>
            <a:off x="6324600" y="448970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7499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10" pos="3984">
          <p15:clr>
            <a:srgbClr val="FBAE40"/>
          </p15:clr>
        </p15:guide>
        <p15:guide id="14" pos="3696">
          <p15:clr>
            <a:srgbClr val="FBAE40"/>
          </p15:clr>
        </p15:guide>
        <p15:guide id="15" orient="horz" pos="1184">
          <p15:clr>
            <a:srgbClr val="FBAE40"/>
          </p15:clr>
        </p15:guide>
        <p15:guide id="17" orient="horz" pos="2832">
          <p15:clr>
            <a:srgbClr val="FBAE40"/>
          </p15:clr>
        </p15:guide>
        <p15:guide id="18" orient="horz" pos="25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Top"/>
          <p:cNvSpPr>
            <a:spLocks noGrp="1"/>
          </p:cNvSpPr>
          <p:nvPr>
            <p:ph type="body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Top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 Top"/>
          <p:cNvSpPr>
            <a:spLocks noGrp="1"/>
          </p:cNvSpPr>
          <p:nvPr>
            <p:ph type="body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 Top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Left Bottom"/>
          <p:cNvSpPr>
            <a:spLocks noGrp="1"/>
          </p:cNvSpPr>
          <p:nvPr>
            <p:ph type="body" idx="17" hasCustomPrompt="1"/>
          </p:nvPr>
        </p:nvSpPr>
        <p:spPr>
          <a:xfrm>
            <a:off x="4572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Left Bottom"/>
          <p:cNvSpPr>
            <a:spLocks noGrp="1"/>
          </p:cNvSpPr>
          <p:nvPr>
            <p:ph sz="quarter" idx="16"/>
          </p:nvPr>
        </p:nvSpPr>
        <p:spPr>
          <a:xfrm>
            <a:off x="4572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Heading Middle Bottom"/>
          <p:cNvSpPr>
            <a:spLocks noGrp="1"/>
          </p:cNvSpPr>
          <p:nvPr>
            <p:ph type="body" idx="19" hasCustomPrompt="1"/>
          </p:nvPr>
        </p:nvSpPr>
        <p:spPr>
          <a:xfrm>
            <a:off x="4368799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2" name="Content Middle Bottom"/>
          <p:cNvSpPr>
            <a:spLocks noGrp="1"/>
          </p:cNvSpPr>
          <p:nvPr>
            <p:ph sz="quarter" idx="18"/>
          </p:nvPr>
        </p:nvSpPr>
        <p:spPr>
          <a:xfrm>
            <a:off x="4368799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Heading Right Bottom"/>
          <p:cNvSpPr>
            <a:spLocks noGrp="1"/>
          </p:cNvSpPr>
          <p:nvPr>
            <p:ph type="body" idx="21" hasCustomPrompt="1"/>
          </p:nvPr>
        </p:nvSpPr>
        <p:spPr>
          <a:xfrm>
            <a:off x="82804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4" name="Content Right Bottom"/>
          <p:cNvSpPr>
            <a:spLocks noGrp="1"/>
          </p:cNvSpPr>
          <p:nvPr>
            <p:ph sz="quarter" idx="20"/>
          </p:nvPr>
        </p:nvSpPr>
        <p:spPr>
          <a:xfrm>
            <a:off x="82804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1131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2752">
          <p15:clr>
            <a:srgbClr val="FBAE40"/>
          </p15:clr>
        </p15:guide>
        <p15:guide id="14" pos="5216">
          <p15:clr>
            <a:srgbClr val="FBAE40"/>
          </p15:clr>
        </p15:guide>
        <p15:guide id="18" pos="2464">
          <p15:clr>
            <a:srgbClr val="FBAE40"/>
          </p15:clr>
        </p15:guide>
        <p15:guide id="20" pos="4928">
          <p15:clr>
            <a:srgbClr val="FBAE40"/>
          </p15:clr>
        </p15:guide>
        <p15:guide id="21" orient="horz" pos="2520">
          <p15:clr>
            <a:srgbClr val="FBAE40"/>
          </p15:clr>
        </p15:guide>
        <p15:guide id="24" orient="horz" pos="880">
          <p15:clr>
            <a:srgbClr val="FBAE40"/>
          </p15:clr>
        </p15:guide>
        <p15:guide id="25" orient="horz" pos="1184">
          <p15:clr>
            <a:srgbClr val="FBAE40"/>
          </p15:clr>
        </p15:guide>
        <p15:guide id="27" orient="horz" pos="283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Contents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188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 Screen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7F630-17F4-6543-8ECD-44C4D95378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3944" y="1022732"/>
            <a:ext cx="7638056" cy="51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F6F9702-5923-BD4E-8DDB-45964A07B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A21152A-0C25-3643-B766-DB829FB5C7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C2D6A-EB6A-934D-8849-AC5310D8552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081713" y="1722438"/>
            <a:ext cx="4603750" cy="26162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6005244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Screen Image w/ Body Copy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113D3-5477-9949-AB38-24561C627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549" y="1006090"/>
            <a:ext cx="2675164" cy="4845819"/>
          </a:xfrm>
          <a:prstGeom prst="rect">
            <a:avLst/>
          </a:prstGeom>
          <a:noFill/>
          <a:effectLst>
            <a:reflection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360DB4-B710-F840-97BD-56F986CD02D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21563" y="1616074"/>
            <a:ext cx="2041525" cy="3636409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8182356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Screen Image w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BB097-01F7-9848-A2FD-D747F9E72D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227" y="263258"/>
            <a:ext cx="4261373" cy="6285740"/>
          </a:xfrm>
          <a:prstGeom prst="rect">
            <a:avLst/>
          </a:prstGeom>
          <a:noFill/>
          <a:effectLst>
            <a:reflection blurRad="6350"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EB935E5-A45B-9047-BABB-260069AB3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2060" y="935026"/>
            <a:ext cx="3705240" cy="4912415"/>
          </a:xfrm>
          <a:custGeom>
            <a:avLst/>
            <a:gdLst>
              <a:gd name="connsiteX0" fmla="*/ 0 w 2820838"/>
              <a:gd name="connsiteY0" fmla="*/ 0 h 3735238"/>
              <a:gd name="connsiteX1" fmla="*/ 2820838 w 2820838"/>
              <a:gd name="connsiteY1" fmla="*/ 0 h 3735238"/>
              <a:gd name="connsiteX2" fmla="*/ 2820838 w 2820838"/>
              <a:gd name="connsiteY2" fmla="*/ 3735238 h 3735238"/>
              <a:gd name="connsiteX3" fmla="*/ 0 w 2820838"/>
              <a:gd name="connsiteY3" fmla="*/ 3735238 h 373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0838" h="3735238">
                <a:moveTo>
                  <a:pt x="0" y="0"/>
                </a:moveTo>
                <a:lnTo>
                  <a:pt x="2820838" y="0"/>
                </a:lnTo>
                <a:lnTo>
                  <a:pt x="2820838" y="3735238"/>
                </a:lnTo>
                <a:lnTo>
                  <a:pt x="0" y="3735238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>
                <a:alpha val="81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7516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and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D9757-D430-324B-B9A3-CB630C2884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535" y="-743619"/>
            <a:ext cx="8345237" cy="834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87076-ED09-C74F-B234-90F536C1B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026" y="762584"/>
            <a:ext cx="7509753" cy="4226492"/>
          </a:xfrm>
          <a:custGeom>
            <a:avLst/>
            <a:gdLst>
              <a:gd name="connsiteX0" fmla="*/ 0 w 4839419"/>
              <a:gd name="connsiteY0" fmla="*/ 0 h 2777706"/>
              <a:gd name="connsiteX1" fmla="*/ 4839419 w 4839419"/>
              <a:gd name="connsiteY1" fmla="*/ 0 h 2777706"/>
              <a:gd name="connsiteX2" fmla="*/ 4839419 w 4839419"/>
              <a:gd name="connsiteY2" fmla="*/ 2777706 h 2777706"/>
              <a:gd name="connsiteX3" fmla="*/ 0 w 4839419"/>
              <a:gd name="connsiteY3" fmla="*/ 2777706 h 277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9419" h="2777706">
                <a:moveTo>
                  <a:pt x="0" y="0"/>
                </a:moveTo>
                <a:lnTo>
                  <a:pt x="4839419" y="0"/>
                </a:lnTo>
                <a:lnTo>
                  <a:pt x="4839419" y="2777706"/>
                </a:lnTo>
                <a:lnTo>
                  <a:pt x="0" y="2777706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25400">
              <a:prstClr val="black">
                <a:alpha val="58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1D199-27D1-ED41-B44B-16823471D60C}"/>
              </a:ext>
            </a:extLst>
          </p:cNvPr>
          <p:cNvGrpSpPr/>
          <p:nvPr userDrawn="1"/>
        </p:nvGrpSpPr>
        <p:grpSpPr>
          <a:xfrm>
            <a:off x="205701" y="436764"/>
            <a:ext cx="3343315" cy="6026498"/>
            <a:chOff x="7871044" y="199745"/>
            <a:chExt cx="3670329" cy="66159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16A417-8E35-674B-9522-03F52D426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DF42CE-8610-2C40-835F-C026A6482132}"/>
                </a:ext>
              </a:extLst>
            </p:cNvPr>
            <p:cNvPicPr>
              <a:picLocks/>
            </p:cNvPicPr>
            <p:nvPr userDrawn="1"/>
          </p:nvPicPr>
          <p:blipFill>
            <a:blip r:embed="rId4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FB06323-1077-1343-8951-4F9C8E6FF64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39205" y="575627"/>
            <a:ext cx="2755874" cy="5390145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678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95BBD-FB6C-FC49-8CB2-9C2E2057777B}"/>
              </a:ext>
            </a:extLst>
          </p:cNvPr>
          <p:cNvGrpSpPr/>
          <p:nvPr userDrawn="1"/>
        </p:nvGrpSpPr>
        <p:grpSpPr>
          <a:xfrm>
            <a:off x="0" y="663625"/>
            <a:ext cx="3180877" cy="5733695"/>
            <a:chOff x="7871044" y="199745"/>
            <a:chExt cx="3670329" cy="661595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E22972-1B56-1F43-8707-BB055B85F1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70B68D-C821-4941-95B9-7ED1D3555D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9F519B3-C9BD-6C4E-B9A4-BD54F4B4F59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74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10E530-B44C-3E41-928F-DF042440DEF7}"/>
              </a:ext>
            </a:extLst>
          </p:cNvPr>
          <p:cNvGrpSpPr/>
          <p:nvPr userDrawn="1"/>
        </p:nvGrpSpPr>
        <p:grpSpPr>
          <a:xfrm>
            <a:off x="2976880" y="663625"/>
            <a:ext cx="3180877" cy="5733695"/>
            <a:chOff x="7871044" y="199745"/>
            <a:chExt cx="3670329" cy="66159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8B8BF5-E214-9E4A-BA73-00B522619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89A5EFE-5F6C-884E-9B32-661E054CBE17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7214D4E-0F1A-624A-A09C-211D22FB810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4096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08C2D-AE97-A94C-A8CD-7DE61A848106}"/>
              </a:ext>
            </a:extLst>
          </p:cNvPr>
          <p:cNvGrpSpPr/>
          <p:nvPr userDrawn="1"/>
        </p:nvGrpSpPr>
        <p:grpSpPr>
          <a:xfrm>
            <a:off x="5974080" y="663625"/>
            <a:ext cx="3180877" cy="5733695"/>
            <a:chOff x="7871044" y="199745"/>
            <a:chExt cx="3670329" cy="661595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0BAAD-BF7C-4345-A3B8-5D49B3F587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63B2E2-79F5-6C44-B7E1-B442C2A3E9B2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DEF7FB6-832E-5343-A125-9E08021A711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068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F472-D6B5-5A4D-A7F5-8B22745006A6}"/>
              </a:ext>
            </a:extLst>
          </p:cNvPr>
          <p:cNvGrpSpPr/>
          <p:nvPr userDrawn="1"/>
        </p:nvGrpSpPr>
        <p:grpSpPr>
          <a:xfrm>
            <a:off x="8950960" y="663625"/>
            <a:ext cx="3180877" cy="5733695"/>
            <a:chOff x="7871044" y="199745"/>
            <a:chExt cx="3670329" cy="66159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BED865-23BD-1443-AC36-5FC2B9065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B7B73D-89AE-A14A-B3EC-231DFDA1DC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0E299BD-ED3C-4043-8755-E6135E725CB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8370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143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 animBg="1"/>
      <p:bldP spid="31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3230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 err="1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9123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78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tags" Target="../tags/tag7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theme" Target="../theme/theme2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22B1201-90A5-9B5B-0A98-38B70F0972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56583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360" imgH="360" progId="TCLayout.ActiveDocument.1">
                  <p:embed/>
                </p:oleObj>
              </mc:Choice>
              <mc:Fallback>
                <p:oleObj name="think-cell Slide" r:id="rId3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2B1201-90A5-9B5B-0A98-38B70F097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</p:spPr>
        <p:txBody>
          <a:bodyPr vert="horz" lIns="0" tIns="0" rIns="0" bIns="0" rtlCol="0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457200" y="1399032"/>
            <a:ext cx="11277600" cy="5001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580573" y="6864350"/>
            <a:ext cx="39914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300">
                <a:solidFill>
                  <a:schemeClr val="tx1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979714" y="6864350"/>
            <a:ext cx="67733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3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657048" y="6864350"/>
            <a:ext cx="193524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300">
                <a:solidFill>
                  <a:schemeClr val="tx1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Number"/>
          <p:cNvSpPr txBox="1"/>
          <p:nvPr userDrawn="1"/>
        </p:nvSpPr>
        <p:spPr>
          <a:xfrm>
            <a:off x="11584118" y="6552456"/>
            <a:ext cx="15068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indent="0" algn="r" defTabSz="9143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3CC74-D785-4C96-8C6E-EB177D1B9A1D}" type="slidenum">
              <a:rPr lang="en-US" sz="1000" smtClean="0">
                <a:solidFill>
                  <a:schemeClr val="tx1"/>
                </a:solidFill>
              </a:rPr>
              <a:pPr marL="0" marR="0" indent="0" algn="r" defTabSz="9143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DD425A-AED7-34E5-F8DB-A8F5DAC08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17093"/>
            <a:ext cx="840740" cy="74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18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719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3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16" r:id="rId27"/>
    <p:sldLayoutId id="2147483725" r:id="rId28"/>
    <p:sldLayoutId id="2147483717" r:id="rId29"/>
    <p:sldLayoutId id="2147483756" r:id="rId30"/>
  </p:sldLayoutIdLst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2600" b="1" kern="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9994" indent="-179994" algn="l" defTabSz="91437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0">
          <a:solidFill>
            <a:schemeClr val="tx1"/>
          </a:solidFill>
          <a:latin typeface="+mn-lt"/>
          <a:ea typeface="+mn-ea"/>
          <a:cs typeface="+mn-cs"/>
        </a:defRPr>
      </a:lvl1pPr>
      <a:lvl2pPr marL="359988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–"/>
        <a:defRPr sz="1400" kern="0">
          <a:solidFill>
            <a:schemeClr val="tx1"/>
          </a:solidFill>
          <a:latin typeface="+mn-lt"/>
          <a:ea typeface="+mn-ea"/>
          <a:cs typeface="+mn-cs"/>
        </a:defRPr>
      </a:lvl2pPr>
      <a:lvl3pPr marL="539982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3pPr>
      <a:lvl4pPr marL="71997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4pPr>
      <a:lvl5pPr marL="899971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5pPr>
      <a:lvl6pPr marL="1079965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6pPr>
      <a:lvl7pPr marL="1259959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7pPr>
      <a:lvl8pPr marL="1439953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8pPr>
      <a:lvl9pPr marL="161994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1pPr>
      <a:lvl2pPr marL="179994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2pPr>
      <a:lvl3pPr marL="359988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3pPr>
      <a:lvl4pPr marL="539982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4pPr>
      <a:lvl5pPr marL="719977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5pPr>
      <a:lvl6pPr marL="899971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6pPr>
      <a:lvl7pPr marL="1079965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7pPr>
      <a:lvl8pPr marL="1259959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8pPr>
      <a:lvl9pPr marL="1439953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6" orient="horz" pos="40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22B1201-90A5-9B5B-0A98-38B70F0972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56583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60" imgH="360" progId="TCLayout.ActiveDocument.1">
                  <p:embed/>
                </p:oleObj>
              </mc:Choice>
              <mc:Fallback>
                <p:oleObj name="think-cell Slide" r:id="rId32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2B1201-90A5-9B5B-0A98-38B70F097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</p:spPr>
        <p:txBody>
          <a:bodyPr vert="horz" lIns="0" tIns="0" rIns="0" bIns="0" rtlCol="0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457200" y="1399032"/>
            <a:ext cx="11277600" cy="5001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580573" y="6864350"/>
            <a:ext cx="39914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300">
                <a:solidFill>
                  <a:schemeClr val="tx1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979714" y="6864350"/>
            <a:ext cx="67733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3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657048" y="6864350"/>
            <a:ext cx="193524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300">
                <a:solidFill>
                  <a:schemeClr val="tx1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Number"/>
          <p:cNvSpPr txBox="1"/>
          <p:nvPr userDrawn="1"/>
        </p:nvSpPr>
        <p:spPr>
          <a:xfrm>
            <a:off x="11584118" y="6552456"/>
            <a:ext cx="15068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indent="0" algn="r" defTabSz="9143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3CC74-D785-4C96-8C6E-EB177D1B9A1D}" type="slidenum">
              <a:rPr lang="en-US" sz="1000" smtClean="0">
                <a:solidFill>
                  <a:schemeClr val="tx1"/>
                </a:solidFill>
              </a:rPr>
              <a:pPr marL="0" marR="0" indent="0" algn="r" defTabSz="9143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DD425A-AED7-34E5-F8DB-A8F5DAC08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17093"/>
            <a:ext cx="840740" cy="74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97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</p:sldLayoutIdLst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2600" b="1" kern="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9994" indent="-179994" algn="l" defTabSz="91437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0">
          <a:solidFill>
            <a:schemeClr val="tx1"/>
          </a:solidFill>
          <a:latin typeface="+mn-lt"/>
          <a:ea typeface="+mn-ea"/>
          <a:cs typeface="+mn-cs"/>
        </a:defRPr>
      </a:lvl1pPr>
      <a:lvl2pPr marL="359988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–"/>
        <a:defRPr sz="1400" kern="0">
          <a:solidFill>
            <a:schemeClr val="tx1"/>
          </a:solidFill>
          <a:latin typeface="+mn-lt"/>
          <a:ea typeface="+mn-ea"/>
          <a:cs typeface="+mn-cs"/>
        </a:defRPr>
      </a:lvl2pPr>
      <a:lvl3pPr marL="539982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3pPr>
      <a:lvl4pPr marL="71997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4pPr>
      <a:lvl5pPr marL="899971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5pPr>
      <a:lvl6pPr marL="1079965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6pPr>
      <a:lvl7pPr marL="1259959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7pPr>
      <a:lvl8pPr marL="1439953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8pPr>
      <a:lvl9pPr marL="161994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1pPr>
      <a:lvl2pPr marL="179994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2pPr>
      <a:lvl3pPr marL="359988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3pPr>
      <a:lvl4pPr marL="539982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4pPr>
      <a:lvl5pPr marL="719977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5pPr>
      <a:lvl6pPr marL="899971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6pPr>
      <a:lvl7pPr marL="1079965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7pPr>
      <a:lvl8pPr marL="1259959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8pPr>
      <a:lvl9pPr marL="1439953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6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BA72E12-7BDD-D437-06CA-702D9C4DD0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72E12-7BDD-D437-06CA-702D9C4DD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FD9B1F-CCC1-1389-AFBC-02D4DD2484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FEC75C-2C8F-4377-9D60-9B5813063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76" y="2601903"/>
            <a:ext cx="10747248" cy="487569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+mn-lt"/>
              </a:rPr>
              <a:t>Foundational build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64925-EF55-106E-9FA2-9D558356B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2375" y="3303016"/>
            <a:ext cx="10747247" cy="369332"/>
          </a:xfrm>
        </p:spPr>
        <p:txBody>
          <a:bodyPr/>
          <a:lstStyle/>
          <a:p>
            <a:pPr>
              <a:buNone/>
            </a:pPr>
            <a:r>
              <a:rPr lang="en-GB" dirty="0"/>
              <a:t>Follow-ups from Jan. 22</a:t>
            </a:r>
            <a:r>
              <a:rPr lang="en-GB" baseline="30000" dirty="0"/>
              <a:t>nd</a:t>
            </a:r>
            <a:r>
              <a:rPr lang="en-GB" dirty="0"/>
              <a:t> foundational build working session</a:t>
            </a:r>
          </a:p>
        </p:txBody>
      </p:sp>
    </p:spTree>
    <p:extLst>
      <p:ext uri="{BB962C8B-B14F-4D97-AF65-F5344CB8AC3E}">
        <p14:creationId xmlns:p14="http://schemas.microsoft.com/office/powerpoint/2010/main" val="109210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3C6C7D-9B9C-A5B9-73DC-83695D4315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r>
              <a:rPr lang="en-US" dirty="0"/>
              <a:t>Product team alignment with foundational build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EA312-2AEE-DD16-9E0E-922E953792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208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1E39-C67E-CF06-19C6-A9A18D89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C8E4-6767-50CF-FCAC-2F02FB5C220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84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BEBE0-4B17-50C8-D68C-A9D1BE09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1A7747-2079-E936-036F-3633A636CF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pPr>
              <a:buNone/>
            </a:pPr>
            <a:r>
              <a:rPr lang="en-US" dirty="0"/>
              <a:t>Data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3F6F4-CDBC-33E7-B727-D49416AC26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5773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654DFC2-162A-122C-A3EC-E4616FEB8A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54DFC2-162A-122C-A3EC-E4616FEB8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189715-37D1-3A9B-0507-A05D4C2C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NXOP Data Strategy &amp; Governance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How are we approaching data strategy, governance, and modelling standards to ensure alignment between NXOP, legacy platforms, new applications, and vended solutions?  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FD071E2E-7060-C9E7-793B-79C5EE39F711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FC39424D-585D-868E-DF3C-32FBC27F0304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09792-34D9-73F7-E0B5-7D82F5FB4DDB}"/>
              </a:ext>
            </a:extLst>
          </p:cNvPr>
          <p:cNvSpPr/>
          <p:nvPr/>
        </p:nvSpPr>
        <p:spPr>
          <a:xfrm>
            <a:off x="6048373" y="1379192"/>
            <a:ext cx="5583728" cy="52884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r>
              <a:rPr lang="en-GB" sz="1400" b="1" kern="0">
                <a:solidFill>
                  <a:schemeClr val="tx1"/>
                </a:solidFill>
              </a:rPr>
              <a:t>Discussion Topics (not exhaustive)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will be accountable for defining NXOP data strategy, governance, ownership, data quality, and other foundational principles 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will be accountable for defining the business data model, data catalogue and metadata management, and technical stewardship?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How will vendor solution data structures influence NXOP?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  <a:ea typeface="Calibri"/>
                <a:cs typeface="Calibri"/>
              </a:rPr>
              <a:t>How will NXOP standards align with broader enterprise data strategy?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What is the approach to ensuring NXOP accommodates legacy data models while enabling innovation and improvement?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What guiding principles and standards will inform NXOP data impacts to downstream systems? Who is responsible for ensuring compliance?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What are the business/functional requirements for data (e.g., historical data retention, snapshots, privacy and regulatory compliance, data residency, data lineage tracking, etc.)?</a:t>
            </a: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What are the non-functional requirements (e.g., security controls, compliance controls, latency, availability, velocity, etc.) that need to be adhered to?</a:t>
            </a: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is responsible for ensuring data standards compliance (E.g. Transactional workloads, day-of optimizers, long-term analytics)?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How should “data products” be considered in the context of NXOP?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  <a:ea typeface="Calibri"/>
                <a:cs typeface="Calibri"/>
              </a:rPr>
              <a:t>How do we ensure AI-readiness of NXOP data?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DDB2C7-17B3-E497-BAE4-345AD97CD42F}"/>
              </a:ext>
            </a:extLst>
          </p:cNvPr>
          <p:cNvSpPr/>
          <p:nvPr/>
        </p:nvSpPr>
        <p:spPr>
          <a:xfrm>
            <a:off x="457198" y="1369668"/>
            <a:ext cx="5577840" cy="4283846"/>
          </a:xfrm>
          <a:prstGeom prst="rect">
            <a:avLst/>
          </a:prstGeom>
          <a:noFill/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r>
              <a:rPr lang="en-GB" sz="1400" kern="0">
                <a:solidFill>
                  <a:schemeClr val="tx1"/>
                </a:solidFill>
              </a:rPr>
              <a:t>As FXIP prepares for its transition to a production environment, and data integration with the first AA systems is set to commence, it is imperative to formalize a data strategy and governance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kern="0">
              <a:solidFill>
                <a:schemeClr val="tx1"/>
              </a:solidFill>
            </a:endParaRPr>
          </a:p>
          <a:p>
            <a:r>
              <a:rPr lang="en-GB" sz="1400" b="1" kern="0">
                <a:solidFill>
                  <a:schemeClr val="tx1"/>
                </a:solidFill>
              </a:rPr>
              <a:t>Now is the right time to revisit this discussion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The NXOP team discussed Data Management as a persistent theme during PI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The systems implementation workstream has started to discuss data requests from the first movers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kern="0">
              <a:solidFill>
                <a:schemeClr val="tx1"/>
              </a:solidFill>
            </a:endParaRPr>
          </a:p>
          <a:p>
            <a:r>
              <a:rPr lang="en-GB" sz="1400" b="1" kern="0">
                <a:solidFill>
                  <a:schemeClr val="tx1"/>
                </a:solidFill>
              </a:rPr>
              <a:t>How do we want to proceed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Lakshmi Lanka, Kevin Keyes, and Oliver Wyman have agreed to coordinate multiple working sessions in the upcoming weeks to clarify current state and expand on existing methods and resource requirements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A2C0D3D-5EF9-4332-65CB-22CA8CCEE8C3}"/>
              </a:ext>
            </a:extLst>
          </p:cNvPr>
          <p:cNvSpPr/>
          <p:nvPr/>
        </p:nvSpPr>
        <p:spPr>
          <a:xfrm>
            <a:off x="9836574" y="1086592"/>
            <a:ext cx="2169379" cy="586163"/>
          </a:xfrm>
          <a:prstGeom prst="wedgeRectCallout">
            <a:avLst>
              <a:gd name="adj1" fmla="val -94442"/>
              <a:gd name="adj2" fmla="val 28274"/>
            </a:avLst>
          </a:prstGeom>
          <a:solidFill>
            <a:srgbClr val="FFECAF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US" sz="1400" kern="0">
                <a:solidFill>
                  <a:schemeClr val="tx1"/>
                </a:solidFill>
              </a:rPr>
              <a:t>Are there other questions we need to answer?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D3310-4B0F-482C-0B8A-E0D46BD63EBA}"/>
              </a:ext>
            </a:extLst>
          </p:cNvPr>
          <p:cNvSpPr/>
          <p:nvPr/>
        </p:nvSpPr>
        <p:spPr>
          <a:xfrm>
            <a:off x="4536948" y="256032"/>
            <a:ext cx="3118104" cy="64922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 dirty="0">
                <a:solidFill>
                  <a:schemeClr val="tx1"/>
                </a:solidFill>
              </a:rPr>
              <a:t>From 1/22 VP meeting</a:t>
            </a:r>
          </a:p>
        </p:txBody>
      </p:sp>
    </p:spTree>
    <p:extLst>
      <p:ext uri="{BB962C8B-B14F-4D97-AF65-F5344CB8AC3E}">
        <p14:creationId xmlns:p14="http://schemas.microsoft.com/office/powerpoint/2010/main" val="378070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006D-994A-444F-4983-11E02B89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E017F4-DB68-7B39-5804-FE9BAFE739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E017F4-DB68-7B39-5804-FE9BAFE739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F7ADBD3-6CC3-E8F6-A789-50D1596C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NXOP Data Model Strategy &amp; Governance</a:t>
            </a:r>
            <a:br>
              <a:rPr lang="en-GB"/>
            </a:br>
            <a:r>
              <a:rPr lang="en-GB" sz="2000" b="0" i="1"/>
              <a:t>For discussion</a:t>
            </a:r>
            <a:r>
              <a:rPr lang="en-GB" sz="2000"/>
              <a:t>  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9B6A7EE1-A14B-5BE1-0182-D6D8DDEFDB39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25B46793-9AB1-FC37-8F54-EDDF5F08F0F7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D098D78-CAF9-308B-B957-E75528668EB4}"/>
              </a:ext>
            </a:extLst>
          </p:cNvPr>
          <p:cNvSpPr/>
          <p:nvPr/>
        </p:nvSpPr>
        <p:spPr>
          <a:xfrm>
            <a:off x="1961637" y="4642950"/>
            <a:ext cx="8353938" cy="19864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Build a governed, </a:t>
            </a:r>
            <a:r>
              <a:rPr lang="en-US" sz="1400" i="1">
                <a:solidFill>
                  <a:schemeClr val="tx1"/>
                </a:solidFill>
              </a:rPr>
              <a:t>canonical</a:t>
            </a:r>
            <a:r>
              <a:rPr lang="en-US" sz="1400">
                <a:solidFill>
                  <a:schemeClr val="tx1"/>
                </a:solidFill>
              </a:rPr>
              <a:t> domain data model as the single source of semantic truth for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 </a:t>
            </a:r>
            <a:r>
              <a:rPr lang="en-US" sz="1400" b="1">
                <a:solidFill>
                  <a:schemeClr val="tx1"/>
                </a:solidFill>
              </a:rPr>
              <a:t>data contracts + schema registries + APIs</a:t>
            </a:r>
            <a:r>
              <a:rPr lang="en-US" sz="1400">
                <a:solidFill>
                  <a:schemeClr val="tx1"/>
                </a:solidFill>
              </a:rPr>
              <a:t> to guarantee integration between legacy, new, and vendor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Establish a formal </a:t>
            </a:r>
            <a:r>
              <a:rPr lang="en-US" sz="1400" b="1">
                <a:solidFill>
                  <a:schemeClr val="tx1"/>
                </a:solidFill>
              </a:rPr>
              <a:t>data governance and product model</a:t>
            </a:r>
            <a:r>
              <a:rPr lang="en-US" sz="1400">
                <a:solidFill>
                  <a:schemeClr val="tx1"/>
                </a:solidFill>
              </a:rPr>
              <a:t> (roles, workflows, standards) to guide intentional evolution.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Deliver this through an incremental program: design canonical model → implement interoperability layer (APIs, adapters) → migrate &amp; validate → operate &amp; evolve with metrics.</a:t>
            </a: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20C8F597-70CC-BFE7-DBD5-BC31BE8B343A}"/>
              </a:ext>
            </a:extLst>
          </p:cNvPr>
          <p:cNvSpPr/>
          <p:nvPr/>
        </p:nvSpPr>
        <p:spPr>
          <a:xfrm>
            <a:off x="4307878" y="4338151"/>
            <a:ext cx="449761" cy="30337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400" kern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E12FC-0FB5-B092-3EF0-8C6364AF5055}"/>
              </a:ext>
            </a:extLst>
          </p:cNvPr>
          <p:cNvSpPr/>
          <p:nvPr/>
        </p:nvSpPr>
        <p:spPr>
          <a:xfrm>
            <a:off x="5099796" y="1403426"/>
            <a:ext cx="3068953" cy="312909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NXOP</a:t>
            </a:r>
          </a:p>
        </p:txBody>
      </p:sp>
      <p:sp>
        <p:nvSpPr>
          <p:cNvPr id="8" name="Flowchart: Magnetic Disk 15">
            <a:extLst>
              <a:ext uri="{FF2B5EF4-FFF2-40B4-BE49-F238E27FC236}">
                <a16:creationId xmlns:a16="http://schemas.microsoft.com/office/drawing/2014/main" id="{5E1938E6-C164-E9A5-D29B-01E06289D89C}"/>
              </a:ext>
            </a:extLst>
          </p:cNvPr>
          <p:cNvSpPr/>
          <p:nvPr/>
        </p:nvSpPr>
        <p:spPr>
          <a:xfrm>
            <a:off x="5469612" y="199639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Flights</a:t>
            </a:r>
          </a:p>
        </p:txBody>
      </p:sp>
      <p:sp>
        <p:nvSpPr>
          <p:cNvPr id="9" name="Flowchart: Magnetic Disk 16">
            <a:extLst>
              <a:ext uri="{FF2B5EF4-FFF2-40B4-BE49-F238E27FC236}">
                <a16:creationId xmlns:a16="http://schemas.microsoft.com/office/drawing/2014/main" id="{0553546B-EFB5-326C-D970-E131F5B775C0}"/>
              </a:ext>
            </a:extLst>
          </p:cNvPr>
          <p:cNvSpPr/>
          <p:nvPr/>
        </p:nvSpPr>
        <p:spPr>
          <a:xfrm>
            <a:off x="6319696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Crew</a:t>
            </a:r>
          </a:p>
        </p:txBody>
      </p:sp>
      <p:sp>
        <p:nvSpPr>
          <p:cNvPr id="10" name="Flowchart: Magnetic Disk 17">
            <a:extLst>
              <a:ext uri="{FF2B5EF4-FFF2-40B4-BE49-F238E27FC236}">
                <a16:creationId xmlns:a16="http://schemas.microsoft.com/office/drawing/2014/main" id="{9DEEFCC5-2ADD-27EA-251F-93E48EDAF6E2}"/>
              </a:ext>
            </a:extLst>
          </p:cNvPr>
          <p:cNvSpPr/>
          <p:nvPr/>
        </p:nvSpPr>
        <p:spPr>
          <a:xfrm>
            <a:off x="5469612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1" name="Flowchart: Magnetic Disk 18">
            <a:extLst>
              <a:ext uri="{FF2B5EF4-FFF2-40B4-BE49-F238E27FC236}">
                <a16:creationId xmlns:a16="http://schemas.microsoft.com/office/drawing/2014/main" id="{1EB484DB-018E-9567-BEB8-0AB68255AAF2}"/>
              </a:ext>
            </a:extLst>
          </p:cNvPr>
          <p:cNvSpPr/>
          <p:nvPr/>
        </p:nvSpPr>
        <p:spPr>
          <a:xfrm>
            <a:off x="6319696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" name="Flowchart: Magnetic Disk 19">
            <a:extLst>
              <a:ext uri="{FF2B5EF4-FFF2-40B4-BE49-F238E27FC236}">
                <a16:creationId xmlns:a16="http://schemas.microsoft.com/office/drawing/2014/main" id="{0C579832-916D-E16D-DE0D-F7F8C5FEDCD9}"/>
              </a:ext>
            </a:extLst>
          </p:cNvPr>
          <p:cNvSpPr/>
          <p:nvPr/>
        </p:nvSpPr>
        <p:spPr>
          <a:xfrm>
            <a:off x="5469612" y="2811246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Load</a:t>
            </a:r>
          </a:p>
        </p:txBody>
      </p:sp>
      <p:sp>
        <p:nvSpPr>
          <p:cNvPr id="13" name="Flowchart: Magnetic Disk 20">
            <a:extLst>
              <a:ext uri="{FF2B5EF4-FFF2-40B4-BE49-F238E27FC236}">
                <a16:creationId xmlns:a16="http://schemas.microsoft.com/office/drawing/2014/main" id="{EFF7D2C6-8689-EED2-92C9-FE3F1348A771}"/>
              </a:ext>
            </a:extLst>
          </p:cNvPr>
          <p:cNvSpPr/>
          <p:nvPr/>
        </p:nvSpPr>
        <p:spPr>
          <a:xfrm>
            <a:off x="6319696" y="2811246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1B500-DE90-2522-5ADF-CBF05D7747AC}"/>
              </a:ext>
            </a:extLst>
          </p:cNvPr>
          <p:cNvSpPr/>
          <p:nvPr/>
        </p:nvSpPr>
        <p:spPr>
          <a:xfrm>
            <a:off x="1961636" y="1403426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FOS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715F55-2673-53B4-3F13-552341B344B4}"/>
              </a:ext>
            </a:extLst>
          </p:cNvPr>
          <p:cNvSpPr/>
          <p:nvPr/>
        </p:nvSpPr>
        <p:spPr>
          <a:xfrm>
            <a:off x="1961636" y="3008520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Solutions</a:t>
            </a:r>
          </a:p>
        </p:txBody>
      </p:sp>
      <p:sp>
        <p:nvSpPr>
          <p:cNvPr id="41" name="Flowchart: Magnetic Disk 25">
            <a:extLst>
              <a:ext uri="{FF2B5EF4-FFF2-40B4-BE49-F238E27FC236}">
                <a16:creationId xmlns:a16="http://schemas.microsoft.com/office/drawing/2014/main" id="{E46FEE44-96BB-9368-E4B3-80406E62106A}"/>
              </a:ext>
            </a:extLst>
          </p:cNvPr>
          <p:cNvSpPr/>
          <p:nvPr/>
        </p:nvSpPr>
        <p:spPr>
          <a:xfrm>
            <a:off x="2331451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44" name="Flowchart: Magnetic Disk 26">
            <a:extLst>
              <a:ext uri="{FF2B5EF4-FFF2-40B4-BE49-F238E27FC236}">
                <a16:creationId xmlns:a16="http://schemas.microsoft.com/office/drawing/2014/main" id="{1DAD22D4-C890-C550-6BE2-7CAF330D5139}"/>
              </a:ext>
            </a:extLst>
          </p:cNvPr>
          <p:cNvSpPr/>
          <p:nvPr/>
        </p:nvSpPr>
        <p:spPr>
          <a:xfrm>
            <a:off x="3181535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AF6330-6105-45F6-AD65-13B05EAAACDE}"/>
              </a:ext>
            </a:extLst>
          </p:cNvPr>
          <p:cNvSpPr/>
          <p:nvPr/>
        </p:nvSpPr>
        <p:spPr>
          <a:xfrm>
            <a:off x="8237959" y="1403426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Custom Solutions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8ADF43-B88D-A7DF-8B3C-711D86ED50BE}"/>
              </a:ext>
            </a:extLst>
          </p:cNvPr>
          <p:cNvSpPr/>
          <p:nvPr/>
        </p:nvSpPr>
        <p:spPr>
          <a:xfrm>
            <a:off x="8237959" y="3008520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Vendor Solutions</a:t>
            </a:r>
          </a:p>
        </p:txBody>
      </p:sp>
      <p:sp>
        <p:nvSpPr>
          <p:cNvPr id="55" name="Flowchart: Magnetic Disk 28">
            <a:extLst>
              <a:ext uri="{FF2B5EF4-FFF2-40B4-BE49-F238E27FC236}">
                <a16:creationId xmlns:a16="http://schemas.microsoft.com/office/drawing/2014/main" id="{1A35F636-F242-E972-7EBC-FBB22D76B8E4}"/>
              </a:ext>
            </a:extLst>
          </p:cNvPr>
          <p:cNvSpPr/>
          <p:nvPr/>
        </p:nvSpPr>
        <p:spPr>
          <a:xfrm>
            <a:off x="8607774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6" name="Flowchart: Magnetic Disk 29">
            <a:extLst>
              <a:ext uri="{FF2B5EF4-FFF2-40B4-BE49-F238E27FC236}">
                <a16:creationId xmlns:a16="http://schemas.microsoft.com/office/drawing/2014/main" id="{73BFE9E4-8B8B-EB2C-0070-C8291FEA9618}"/>
              </a:ext>
            </a:extLst>
          </p:cNvPr>
          <p:cNvSpPr/>
          <p:nvPr/>
        </p:nvSpPr>
        <p:spPr>
          <a:xfrm>
            <a:off x="9457858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7" name="Flowchart: Magnetic Disk 31">
            <a:extLst>
              <a:ext uri="{FF2B5EF4-FFF2-40B4-BE49-F238E27FC236}">
                <a16:creationId xmlns:a16="http://schemas.microsoft.com/office/drawing/2014/main" id="{02DD090E-3CE9-1645-53D4-41490F745BFA}"/>
              </a:ext>
            </a:extLst>
          </p:cNvPr>
          <p:cNvSpPr/>
          <p:nvPr/>
        </p:nvSpPr>
        <p:spPr>
          <a:xfrm>
            <a:off x="8607774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8" name="Flowchart: Magnetic Disk 32">
            <a:extLst>
              <a:ext uri="{FF2B5EF4-FFF2-40B4-BE49-F238E27FC236}">
                <a16:creationId xmlns:a16="http://schemas.microsoft.com/office/drawing/2014/main" id="{A16C2B3B-E4B9-AE40-3A2C-84561299BB05}"/>
              </a:ext>
            </a:extLst>
          </p:cNvPr>
          <p:cNvSpPr/>
          <p:nvPr/>
        </p:nvSpPr>
        <p:spPr>
          <a:xfrm>
            <a:off x="9457858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01DC3472-4D24-146D-AA8B-D5AF215FC783}"/>
              </a:ext>
            </a:extLst>
          </p:cNvPr>
          <p:cNvSpPr/>
          <p:nvPr/>
        </p:nvSpPr>
        <p:spPr>
          <a:xfrm>
            <a:off x="3983388" y="1403426"/>
            <a:ext cx="183159" cy="1523999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36B73585-3F66-BA14-4763-169BEFE0AE9A}"/>
              </a:ext>
            </a:extLst>
          </p:cNvPr>
          <p:cNvSpPr/>
          <p:nvPr/>
        </p:nvSpPr>
        <p:spPr>
          <a:xfrm>
            <a:off x="3983388" y="3008520"/>
            <a:ext cx="183159" cy="1523999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022FC4A9-4E5B-FD47-CCBE-081B42FFC7A0}"/>
              </a:ext>
            </a:extLst>
          </p:cNvPr>
          <p:cNvSpPr/>
          <p:nvPr/>
        </p:nvSpPr>
        <p:spPr>
          <a:xfrm>
            <a:off x="6922417" y="1545531"/>
            <a:ext cx="183159" cy="2842087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92DDB65A-4475-1E97-B9C7-CACFEECDE6F4}"/>
              </a:ext>
            </a:extLst>
          </p:cNvPr>
          <p:cNvSpPr/>
          <p:nvPr/>
        </p:nvSpPr>
        <p:spPr>
          <a:xfrm>
            <a:off x="4897772" y="1403426"/>
            <a:ext cx="182880" cy="3129093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52F24E64-51B3-E93E-AFB7-7F01F547D03B}"/>
              </a:ext>
            </a:extLst>
          </p:cNvPr>
          <p:cNvSpPr/>
          <p:nvPr/>
        </p:nvSpPr>
        <p:spPr>
          <a:xfrm>
            <a:off x="7970003" y="1472838"/>
            <a:ext cx="182880" cy="1388225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A030460D-8CC3-00BA-9D3A-01CAFC85EA67}"/>
              </a:ext>
            </a:extLst>
          </p:cNvPr>
          <p:cNvSpPr/>
          <p:nvPr/>
        </p:nvSpPr>
        <p:spPr>
          <a:xfrm>
            <a:off x="7970003" y="3074883"/>
            <a:ext cx="182880" cy="1388225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132A776-5C51-DC42-388F-FCF2E68CDD36}"/>
              </a:ext>
            </a:extLst>
          </p:cNvPr>
          <p:cNvSpPr/>
          <p:nvPr/>
        </p:nvSpPr>
        <p:spPr>
          <a:xfrm>
            <a:off x="1961636" y="1160540"/>
            <a:ext cx="4114800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Integrations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3760F86-A19F-E23E-FD22-EA201F14E62D}"/>
              </a:ext>
            </a:extLst>
          </p:cNvPr>
          <p:cNvSpPr/>
          <p:nvPr/>
        </p:nvSpPr>
        <p:spPr>
          <a:xfrm>
            <a:off x="6123933" y="1159115"/>
            <a:ext cx="4114800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Future Integrations</a:t>
            </a:r>
          </a:p>
        </p:txBody>
      </p:sp>
      <p:pic>
        <p:nvPicPr>
          <p:cNvPr id="67" name="Graphic 66" descr="Gears outline">
            <a:extLst>
              <a:ext uri="{FF2B5EF4-FFF2-40B4-BE49-F238E27FC236}">
                <a16:creationId xmlns:a16="http://schemas.microsoft.com/office/drawing/2014/main" id="{F42A4FE0-8551-403A-63BF-9C5683DAF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5558" y="2510772"/>
            <a:ext cx="914400" cy="91440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D6692A6-DC41-F017-F54A-E12BDD728AD9}"/>
              </a:ext>
            </a:extLst>
          </p:cNvPr>
          <p:cNvSpPr/>
          <p:nvPr/>
        </p:nvSpPr>
        <p:spPr>
          <a:xfrm>
            <a:off x="1961636" y="1159115"/>
            <a:ext cx="4134364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Integrations</a:t>
            </a:r>
          </a:p>
        </p:txBody>
      </p:sp>
      <p:pic>
        <p:nvPicPr>
          <p:cNvPr id="69" name="Graphic 68" descr="Gears outline">
            <a:extLst>
              <a:ext uri="{FF2B5EF4-FFF2-40B4-BE49-F238E27FC236}">
                <a16:creationId xmlns:a16="http://schemas.microsoft.com/office/drawing/2014/main" id="{71CAEE15-3852-5AA8-E2AA-07B657059A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3585" y="2510772"/>
            <a:ext cx="914400" cy="9144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8148BE6F-13E1-BA9E-B4EF-A38AE87CB577}"/>
              </a:ext>
            </a:extLst>
          </p:cNvPr>
          <p:cNvSpPr txBox="1"/>
          <p:nvPr/>
        </p:nvSpPr>
        <p:spPr>
          <a:xfrm>
            <a:off x="4304336" y="3426988"/>
            <a:ext cx="456856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GB" sz="1100" kern="0" err="1"/>
              <a:t>OpsHub</a:t>
            </a:r>
            <a:endParaRPr lang="en-GB" sz="1100" kern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58DBC5-F3BF-7658-37B3-AE1A6FA1B1C8}"/>
              </a:ext>
            </a:extLst>
          </p:cNvPr>
          <p:cNvSpPr txBox="1"/>
          <p:nvPr/>
        </p:nvSpPr>
        <p:spPr>
          <a:xfrm>
            <a:off x="7123003" y="3342350"/>
            <a:ext cx="886461" cy="3385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GB" sz="1100" kern="0"/>
              <a:t>Transformation</a:t>
            </a:r>
          </a:p>
          <a:p>
            <a:pPr algn="ctr"/>
            <a:r>
              <a:rPr lang="en-GB" sz="1100" kern="0"/>
              <a:t>Layer</a:t>
            </a:r>
          </a:p>
        </p:txBody>
      </p:sp>
      <p:sp>
        <p:nvSpPr>
          <p:cNvPr id="72" name="Flowchart: Magnetic Disk 26">
            <a:extLst>
              <a:ext uri="{FF2B5EF4-FFF2-40B4-BE49-F238E27FC236}">
                <a16:creationId xmlns:a16="http://schemas.microsoft.com/office/drawing/2014/main" id="{56CA2B45-5C43-EB7B-EA5D-07EB8CF90B81}"/>
              </a:ext>
            </a:extLst>
          </p:cNvPr>
          <p:cNvSpPr/>
          <p:nvPr/>
        </p:nvSpPr>
        <p:spPr>
          <a:xfrm>
            <a:off x="2752089" y="1981125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DA4B8C7A-BB60-090C-8DA3-AF1E1F933091}"/>
              </a:ext>
            </a:extLst>
          </p:cNvPr>
          <p:cNvSpPr/>
          <p:nvPr/>
        </p:nvSpPr>
        <p:spPr>
          <a:xfrm>
            <a:off x="7296848" y="4338151"/>
            <a:ext cx="449761" cy="30337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400" kern="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46ECA3-013C-B546-0425-70F24469E856}"/>
              </a:ext>
            </a:extLst>
          </p:cNvPr>
          <p:cNvSpPr/>
          <p:nvPr/>
        </p:nvSpPr>
        <p:spPr>
          <a:xfrm>
            <a:off x="4536948" y="256032"/>
            <a:ext cx="3118104" cy="64922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 dirty="0">
                <a:solidFill>
                  <a:schemeClr val="tx1"/>
                </a:solidFill>
              </a:rPr>
              <a:t>From 1/22 VP meeting</a:t>
            </a:r>
          </a:p>
        </p:txBody>
      </p:sp>
    </p:spTree>
    <p:extLst>
      <p:ext uri="{BB962C8B-B14F-4D97-AF65-F5344CB8AC3E}">
        <p14:creationId xmlns:p14="http://schemas.microsoft.com/office/powerpoint/2010/main" val="16678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113D-64F0-F15F-3BE9-9B976CDC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2B2ADEC-5FFB-4722-86DF-0A6FC6AAF8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2ADEC-5FFB-4722-86DF-0A6FC6AAF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301EE46-11BD-7E75-86B5-32D6E6BB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Proposed data ownership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The program must establish clear accountability by designating owners for each data area. This will enhance transparency, streamline decision-making, and promote collaboration, driving our objectives forward.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6EDE6DFB-D4EB-A6AF-B1E3-B8AD83C4EC54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E07F1C7F-9351-D68E-24D9-0364198098B7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56B305-EC1E-BE0E-D1FE-A206E4EE315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43210"/>
          <a:ext cx="11277598" cy="3971579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2164976">
                  <a:extLst>
                    <a:ext uri="{9D8B030D-6E8A-4147-A177-3AD203B41FA5}">
                      <a16:colId xmlns:a16="http://schemas.microsoft.com/office/drawing/2014/main" val="4143339182"/>
                    </a:ext>
                  </a:extLst>
                </a:gridCol>
                <a:gridCol w="4556311">
                  <a:extLst>
                    <a:ext uri="{9D8B030D-6E8A-4147-A177-3AD203B41FA5}">
                      <a16:colId xmlns:a16="http://schemas.microsoft.com/office/drawing/2014/main" val="643771005"/>
                    </a:ext>
                  </a:extLst>
                </a:gridCol>
                <a:gridCol w="4556311">
                  <a:extLst>
                    <a:ext uri="{9D8B030D-6E8A-4147-A177-3AD203B41FA5}">
                      <a16:colId xmlns:a16="http://schemas.microsoft.com/office/drawing/2014/main" val="2463517289"/>
                    </a:ext>
                  </a:extLst>
                </a:gridCol>
              </a:tblGrid>
              <a:tr h="310287">
                <a:tc rowSpan="2"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Data area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Responsible Teams / Org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857221"/>
                  </a:ext>
                </a:extLst>
              </a:tr>
              <a:tr h="310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Option 1 – Align with enterprise tool set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Option 2 – Autonomous tool set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53994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product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822820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model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373601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movement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245299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lake pipeline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Data Engineering, Automation, &amp; Analytics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98242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lake infrastructure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Data Engineering, Automation, &amp; Analytics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5463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499B8A8-34F6-B4DE-DE8F-D60C13927701}"/>
              </a:ext>
            </a:extLst>
          </p:cNvPr>
          <p:cNvSpPr/>
          <p:nvPr/>
        </p:nvSpPr>
        <p:spPr>
          <a:xfrm>
            <a:off x="4536948" y="256032"/>
            <a:ext cx="3118104" cy="64922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 dirty="0">
                <a:solidFill>
                  <a:schemeClr val="tx1"/>
                </a:solidFill>
              </a:rPr>
              <a:t>From 1/22 VP meeting</a:t>
            </a:r>
          </a:p>
        </p:txBody>
      </p:sp>
    </p:spTree>
    <p:extLst>
      <p:ext uri="{BB962C8B-B14F-4D97-AF65-F5344CB8AC3E}">
        <p14:creationId xmlns:p14="http://schemas.microsoft.com/office/powerpoint/2010/main" val="24326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8DB7-B8E4-7DAF-AC6A-F042F8E3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C6849-6D28-C8E6-5974-9752A1D2D0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pPr>
              <a:buNone/>
            </a:pPr>
            <a:r>
              <a:rPr lang="en-US" dirty="0"/>
              <a:t>NXOP data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1D69E-A962-871B-70A1-FCFB7FCE31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9445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3ED1-1335-9B1F-C116-B9F65D27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5DA51-CD7B-C8B3-98E0-40D87E44B8B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0058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9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#m/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anilla Widescreen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W_AmericanAirlines.potx" id="{FFB65626-FB08-4F92-80A7-A43B79AA56C6}" vid="{478C8E79-4EA5-4B87-A65C-EF843EBFA4AC}"/>
    </a:ext>
  </a:extLst>
</a:theme>
</file>

<file path=ppt/theme/theme2.xml><?xml version="1.0" encoding="utf-8"?>
<a:theme xmlns:a="http://schemas.openxmlformats.org/drawingml/2006/main" name="1_Vanilla Widescreen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W_AmericanAirlines.potx" id="{A78E6066-1708-4048-9140-9439A5C1D535}" vid="{D6708472-B44B-4BE0-AEB9-8344FEE1A42A}"/>
    </a:ext>
  </a:extLst>
</a:theme>
</file>

<file path=ppt/theme/theme3.xml><?xml version="1.0" encoding="utf-8"?>
<a:theme xmlns:a="http://schemas.openxmlformats.org/drawingml/2006/main" name="Vanilla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2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kern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illa.potx" id="{F6D262A5-B963-48E1-A2E3-3CBDBDB49CFF}" vid="{F53D162F-CDEA-4A23-9BC9-56CEC427F37C}"/>
    </a:ext>
  </a:extLst>
</a:theme>
</file>

<file path=ppt/theme/theme4.xml><?xml version="1.0" encoding="utf-8"?>
<a:theme xmlns:a="http://schemas.openxmlformats.org/drawingml/2006/main" name="Vanilla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2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kern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illa.potx" id="{F6D262A5-B963-48E1-A2E3-3CBDBDB49CFF}" vid="{F53D162F-CDEA-4A23-9BC9-56CEC427F3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2C84632ADC9449AA070BE002A71B76" ma:contentTypeVersion="9" ma:contentTypeDescription="Create a new document." ma:contentTypeScope="" ma:versionID="aeb56a15f77468a9b18557431d71f7a6">
  <xsd:schema xmlns:xsd="http://www.w3.org/2001/XMLSchema" xmlns:xs="http://www.w3.org/2001/XMLSchema" xmlns:p="http://schemas.microsoft.com/office/2006/metadata/properties" xmlns:ns2="cf0bb9f5-824d-4f4d-98b6-8f8de6ba75c7" targetNamespace="http://schemas.microsoft.com/office/2006/metadata/properties" ma:root="true" ma:fieldsID="ece7d89205d74e4f98aa5eb97e8a5c44" ns2:_="">
    <xsd:import namespace="cf0bb9f5-824d-4f4d-98b6-8f8de6ba75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bb9f5-824d-4f4d-98b6-8f8de6ba7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F7F4D6-2E15-4684-B03E-1FF474C58DB6}">
  <ds:schemaRefs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cf0bb9f5-824d-4f4d-98b6-8f8de6ba75c7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2A2571E-28EB-4D05-8460-70C5755140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97FFB1-3036-49E6-9D06-E5B0216784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0bb9f5-824d-4f4d-98b6-8f8de6ba75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9793faf-eb3f-4d99-a0cf-aef7cce79dc1}" enabled="0" method="" siteId="{49793faf-eb3f-4d99-a0cf-aef7cce79dc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158933</TotalTime>
  <Words>645</Words>
  <Application>Microsoft Office PowerPoint</Application>
  <PresentationFormat>Widescreen</PresentationFormat>
  <Paragraphs>85</Paragraphs>
  <Slides>10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Vanilla Widescreen</vt:lpstr>
      <vt:lpstr>1_Vanilla Widescreen</vt:lpstr>
      <vt:lpstr>PowerPoint Presentation</vt:lpstr>
      <vt:lpstr>PowerPoint Presentation</vt:lpstr>
      <vt:lpstr>PowerPoint Presentation</vt:lpstr>
      <vt:lpstr>PowerPoint Presentation</vt:lpstr>
      <vt:lpstr>NXOP Data Strategy &amp; Governance How are we approaching data strategy, governance, and modelling standards to ensure alignment between NXOP, legacy platforms, new applications, and vended solutions?  </vt:lpstr>
      <vt:lpstr>NXOP Data Model Strategy &amp; Governance For discussion  </vt:lpstr>
      <vt:lpstr>Proposed data ownership The program must establish clear accountability by designating owners for each data area. This will enhance transparency, streamline decision-making, and promote collaboration, driving our objectives forward.</vt:lpstr>
      <vt:lpstr>PowerPoint Presentation</vt:lpstr>
      <vt:lpstr>PowerPoint Presentation</vt:lpstr>
      <vt:lpstr>PowerPoint Presentation</vt:lpstr>
    </vt:vector>
  </TitlesOfParts>
  <Company>MMC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Gallardo, Adan</dc:creator>
  <cp:keywords>DTP.PPTVanillaWidescreen.20210601.3</cp:keywords>
  <cp:lastModifiedBy>Lipowski, Kuba</cp:lastModifiedBy>
  <cp:revision>13</cp:revision>
  <cp:lastPrinted>2025-09-10T03:29:12Z</cp:lastPrinted>
  <dcterms:created xsi:type="dcterms:W3CDTF">2024-02-16T13:59:54Z</dcterms:created>
  <dcterms:modified xsi:type="dcterms:W3CDTF">2026-01-26T19:48:13Z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Version">
    <vt:lpwstr>2021/06/01</vt:lpwstr>
  </property>
  <property fmtid="{D5CDD505-2E9C-101B-9397-08002B2CF9AE}" pid="3" name="DocumentMSOLanguageID">
    <vt:lpwstr>msoLanguageIDEnglishUS</vt:lpwstr>
  </property>
  <property fmtid="{D5CDD505-2E9C-101B-9397-08002B2CF9AE}" pid="4" name="ContentTypeId">
    <vt:lpwstr>0x010100612C84632ADC9449AA070BE002A71B76</vt:lpwstr>
  </property>
  <property fmtid="{D5CDD505-2E9C-101B-9397-08002B2CF9AE}" pid="5" name="MSIP_Label_38f1469a-2c2a-4aee-b92b-090d4c5468ff_Enabled">
    <vt:lpwstr>true</vt:lpwstr>
  </property>
  <property fmtid="{D5CDD505-2E9C-101B-9397-08002B2CF9AE}" pid="6" name="MSIP_Label_38f1469a-2c2a-4aee-b92b-090d4c5468ff_SetDate">
    <vt:lpwstr>2025-06-01T19:17:28Z</vt:lpwstr>
  </property>
  <property fmtid="{D5CDD505-2E9C-101B-9397-08002B2CF9AE}" pid="7" name="MSIP_Label_38f1469a-2c2a-4aee-b92b-090d4c5468ff_Method">
    <vt:lpwstr>Standard</vt:lpwstr>
  </property>
  <property fmtid="{D5CDD505-2E9C-101B-9397-08002B2CF9AE}" pid="8" name="MSIP_Label_38f1469a-2c2a-4aee-b92b-090d4c5468ff_Name">
    <vt:lpwstr>Confidential - Unmarked</vt:lpwstr>
  </property>
  <property fmtid="{D5CDD505-2E9C-101B-9397-08002B2CF9AE}" pid="9" name="MSIP_Label_38f1469a-2c2a-4aee-b92b-090d4c5468ff_SiteId">
    <vt:lpwstr>2a6e6092-73e4-4752-b1a5-477a17f5056d</vt:lpwstr>
  </property>
  <property fmtid="{D5CDD505-2E9C-101B-9397-08002B2CF9AE}" pid="10" name="MSIP_Label_38f1469a-2c2a-4aee-b92b-090d4c5468ff_ActionId">
    <vt:lpwstr>a5fc7597-5ff2-4af2-9433-75401bf0aa98</vt:lpwstr>
  </property>
  <property fmtid="{D5CDD505-2E9C-101B-9397-08002B2CF9AE}" pid="11" name="MSIP_Label_38f1469a-2c2a-4aee-b92b-090d4c5468ff_ContentBits">
    <vt:lpwstr>0</vt:lpwstr>
  </property>
  <property fmtid="{D5CDD505-2E9C-101B-9397-08002B2CF9AE}" pid="12" name="MSIP_Label_38f1469a-2c2a-4aee-b92b-090d4c5468ff_Tag">
    <vt:lpwstr>10, 3, 0, 1</vt:lpwstr>
  </property>
  <property fmtid="{D5CDD505-2E9C-101B-9397-08002B2CF9AE}" pid="13" name="MediaServiceImageTags">
    <vt:lpwstr/>
  </property>
</Properties>
</file>