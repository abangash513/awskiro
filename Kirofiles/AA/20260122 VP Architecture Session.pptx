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2.xml" ContentType="application/vnd.openxmlformats-officedocument.theme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tags/tag37.xml" ContentType="application/vnd.openxmlformats-officedocument.presentationml.tags+xml"/>
  <Override PartName="/ppt/notesSlides/notesSlide2.xml" ContentType="application/vnd.openxmlformats-officedocument.presentationml.notesSlide+xml"/>
  <Override PartName="/ppt/tags/tag38.xml" ContentType="application/vnd.openxmlformats-officedocument.presentationml.tags+xml"/>
  <Override PartName="/ppt/notesSlides/notesSlide3.xml" ContentType="application/vnd.openxmlformats-officedocument.presentationml.notesSlide+xml"/>
  <Override PartName="/ppt/tags/tag39.xml" ContentType="application/vnd.openxmlformats-officedocument.presentationml.tags+xml"/>
  <Override PartName="/ppt/notesSlides/notesSlide4.xml" ContentType="application/vnd.openxmlformats-officedocument.presentationml.notesSlide+xml"/>
  <Override PartName="/ppt/tags/tag40.xml" ContentType="application/vnd.openxmlformats-officedocument.presentationml.tags+xml"/>
  <Override PartName="/ppt/notesSlides/notesSlide5.xml" ContentType="application/vnd.openxmlformats-officedocument.presentationml.notesSlide+xml"/>
  <Override PartName="/ppt/tags/tag41.xml" ContentType="application/vnd.openxmlformats-officedocument.presentationml.tags+xml"/>
  <Override PartName="/ppt/notesSlides/notesSlide6.xml" ContentType="application/vnd.openxmlformats-officedocument.presentationml.notesSlide+xml"/>
  <Override PartName="/ppt/tags/tag42.xml" ContentType="application/vnd.openxmlformats-officedocument.presentationml.tags+xml"/>
  <Override PartName="/ppt/notesSlides/notesSlide7.xml" ContentType="application/vnd.openxmlformats-officedocument.presentationml.notesSlide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0" r:id="rId4"/>
    <p:sldMasterId id="2147483720" r:id="rId5"/>
  </p:sldMasterIdLst>
  <p:notesMasterIdLst>
    <p:notesMasterId r:id="rId22"/>
  </p:notesMasterIdLst>
  <p:handoutMasterIdLst>
    <p:handoutMasterId r:id="rId23"/>
  </p:handoutMasterIdLst>
  <p:sldIdLst>
    <p:sldId id="284" r:id="rId6"/>
    <p:sldId id="297" r:id="rId7"/>
    <p:sldId id="2147483646" r:id="rId8"/>
    <p:sldId id="257" r:id="rId9"/>
    <p:sldId id="261" r:id="rId10"/>
    <p:sldId id="263" r:id="rId11"/>
    <p:sldId id="262" r:id="rId12"/>
    <p:sldId id="260" r:id="rId13"/>
    <p:sldId id="256" r:id="rId14"/>
    <p:sldId id="258" r:id="rId15"/>
    <p:sldId id="334" r:id="rId16"/>
    <p:sldId id="338" r:id="rId17"/>
    <p:sldId id="264" r:id="rId18"/>
    <p:sldId id="259" r:id="rId19"/>
    <p:sldId id="267" r:id="rId20"/>
    <p:sldId id="2147483647" r:id="rId21"/>
  </p:sldIdLst>
  <p:sldSz cx="12192000" cy="6858000"/>
  <p:notesSz cx="6858000" cy="9144000"/>
  <p:embeddedFontLst>
    <p:embeddedFont>
      <p:font typeface="AmericanSans" panose="020B0604020202020204" charset="0"/>
      <p:regular r:id="rId24"/>
      <p:bold r:id="rId25"/>
      <p:italic r:id="rId26"/>
      <p:boldItalic r:id="rId27"/>
    </p:embeddedFont>
  </p:embeddedFontLst>
  <p:custDataLst>
    <p:tags r:id="rId28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FOS Sunset – Architecture Update" id="{BD9E722F-5FD3-A94B-B525-C9D434EF3B44}">
          <p14:sldIdLst>
            <p14:sldId id="284"/>
            <p14:sldId id="297"/>
          </p14:sldIdLst>
        </p14:section>
        <p14:section name="1. Foundational Blueprint Progress Update" id="{4DB9FFDD-92EE-4808-9371-2D6C22A03472}">
          <p14:sldIdLst>
            <p14:sldId id="2147483646"/>
            <p14:sldId id="257"/>
            <p14:sldId id="261"/>
          </p14:sldIdLst>
        </p14:section>
        <p14:section name="2. Data strategy and governance" id="{A872AE34-3AF1-4FCA-ADFB-B926A49181B8}">
          <p14:sldIdLst>
            <p14:sldId id="263"/>
            <p14:sldId id="262"/>
            <p14:sldId id="260"/>
            <p14:sldId id="256"/>
            <p14:sldId id="258"/>
            <p14:sldId id="334"/>
            <p14:sldId id="338"/>
            <p14:sldId id="264"/>
            <p14:sldId id="259"/>
            <p14:sldId id="267"/>
            <p14:sldId id="2147483647"/>
          </p14:sldIdLst>
        </p14:section>
      </p14:section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23F12809-285E-1DC1-E2C1-DA0522B6ABA9}" name="Resch, Courtney" initials="CR" userId="S::Courtney.Resch@oliverwyman.com::77157485-4c7e-4887-a28b-ab26ec92fd64" providerId="AD"/>
  <p188:author id="{FB09CB0F-72A8-F6D7-08AF-C543D1164E80}" name="Lombardo, Jason" initials="LJ" userId="S::jason.lombardo@oliverwyman.com::12364b8c-6ebb-4973-b9ec-1e299c6108a8" providerId="AD"/>
  <p188:author id="{1D23AA22-CF5F-F083-4384-D83805BA579D}" name="Medland, Andrew" initials="AM" userId="S::Andrew.Medland@oliverwyman.com::70df4e58-0d94-4098-957c-110cbe4f23c3" providerId="AD"/>
  <p188:author id="{366F3451-247E-37E0-3017-54DAC2B98CD2}" name="Rye, Daniel" initials="DR" userId="S::Daniel.Rye@oliverwyman.com::a474aa6c-6561-4a87-936d-f502aed2e917" providerId="AD"/>
  <p188:author id="{22543B51-8874-E2B6-ABBE-B6C226356000}" name="Reddy, Vikas" initials="" userId="S::vikas.reddy@oliverwyman.com::b0bae855-f3df-4cc2-96a2-7b9452b2c094" providerId="AD"/>
  <p188:author id="{83CDC85E-BCA1-3554-269D-CF87CA134606}" name="Schillinger, Cathy" initials="SC" userId="S::cathy.schillinger@oliverwyman.com::cb501be9-3a5a-4e00-999a-c291844b0fca" providerId="AD"/>
  <p188:author id="{1660346B-03BF-FB34-0973-71EB085D21F2}" name="Dunn, Roger" initials="DR" userId="S::roger.dunn@oliverwyman.com::e65e231b-1a5f-4644-8f33-780ecd375342" providerId="AD"/>
  <p188:author id="{3792566D-AC4E-9F7E-6A10-45DE5C1CBA08}" name="DeBrusk, Chris" initials="DC" userId="S::Chris.DeBrusk@oliverwyman.com::5cae5c54-b831-4e8b-845e-09da3f0a080f" providerId="AD"/>
  <p188:author id="{886CB880-40F6-C883-A18B-5C87CC9C75D0}" name="Grant, Lindsay" initials="LG" userId="S::lindsay.grant@oliverwyman.com::7a6c0e86-09a8-4466-b438-6ecf61f0ffff" providerId="AD"/>
  <p188:author id="{D78AF884-B4ED-4EB6-87B7-ABFC4FC2A900}" name="Whitehair, Chris" initials="" userId="S::Chris.Whitehair@oliverwyman.com::522920f2-3cdc-451d-aa60-f974da15d9dc" providerId="AD"/>
  <p188:author id="{C2724F87-BA31-1567-27FB-793A91F14EC4}" name="Ray, Corbin" initials="CR" userId="S::corbin.ray@oliverwyman.com::6eb0611f-3f45-418c-aec6-5b28ed507653" providerId="AD"/>
  <p188:author id="{D7A1DD94-917D-82AC-0317-62BF4FDD96C3}" name="Sibbald, John" initials="JS" userId="S::John.Sibbald@oliverwyman.com::2cac2443-5ece-4bd7-8f9a-cdc95d0efa24" providerId="AD"/>
  <p188:author id="{F2BFD9A0-30DE-88E0-D973-EB37A4693701}" name="Willy, Avantika" initials="" userId="S::avantika.willy@oliverwyman.com::9d0fb0f1-d897-46ba-bc05-a8fc6de9f2b0" providerId="AD"/>
  <p188:author id="{E7D09BA5-739B-2541-E128-402C4847B193}" name="Steven Piotrowski" initials="SP" userId="Steven Piotrowski" providerId="None"/>
  <p188:author id="{55E1D5AE-8664-9B1D-FE6D-59286E0099CA}" name="Salazar, Hans" initials="HS" userId="S::Hans.Salazar@oliverwyman.com::0a0174cf-adbf-401e-bf40-cf9419f53d7a" providerId="AD"/>
  <p188:author id="{ABABA2B2-5F18-82A6-1067-677629283C19}" name="Yang, Yihao" initials="YY" userId="S::Yihao.Yang@oliverwyman.com::d8f632e6-ad2a-476f-ac2c-8f3bfa50480f" providerId="AD"/>
  <p188:author id="{5E6DCBBD-AC58-7AC4-F128-83F966E8A33A}" name="Lipowski, Kuba" initials="KL" userId="S::kuba.lipowski@oliverwyman.com::9ed11daa-d5ac-49b5-bb5a-c070fc99ff58" providerId="AD"/>
  <p188:author id="{28C534C2-EB39-F923-3E61-1CCBAA5468A1}" name="Ryan Jetha, Gibrael" initials="GR" userId="S::Gibrael.RyanJetha@oliverwyman.com::e327e67f-aecd-49ec-9b8c-e5de3b5ca12b" providerId="AD"/>
  <p188:author id="{B2F91BD4-D0A9-77EB-74AC-2775BF2EB878}" name="Arora, Rajneesh" initials="RA" userId="S::rajneesh.arora@oliverwyman.com::8f0ca40d-87a4-417b-9d2f-b67fa09fa6f6" providerId="AD"/>
  <p188:author id="{4F566AE9-4726-500F-5E1E-D3277039847B}" name="Palli, Venkata Subbaraya Sarma" initials="PS" userId="S::sarma.palli@oliverwyman.com::975b87a7-cd22-4266-af8b-7369ba8fe0e1" providerId="AD"/>
  <p188:author id="{2CCAC4EC-2519-0C8B-41EA-6D88F8171912}" name="Ostlund, Viktor" initials="OV" userId="S::viktor.ostlund@oliverwyman.com::5463b3f3-9d4c-495d-8f12-cadf13984420" providerId="AD"/>
  <p188:author id="{BEEF95ED-ACAB-9D14-5993-275D5CDAB645}" name="Lefevre, James" initials="LJ" userId="S::James.Lefevre@oliverwyman.com::01575f60-9c0f-4533-81c6-2f4fbae52aed" providerId="AD"/>
  <p188:author id="{FCEEDAFD-19FC-3DBD-4651-622CD61E5E34}" name="Lefevre, James" initials="LJ" userId="S::james.lefevre@oliverwyman.com::01575f60-9c0f-4533-81c6-2f4fbae52aed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000"/>
    <a:srgbClr val="FFECAF"/>
    <a:srgbClr val="D0D1F2"/>
    <a:srgbClr val="BBE2FF"/>
    <a:srgbClr val="D8A30E"/>
    <a:srgbClr val="9DE2A4"/>
    <a:srgbClr val="FFC0C8"/>
    <a:srgbClr val="CCFFB0"/>
    <a:srgbClr val="D1FFE6"/>
    <a:srgbClr val="ED7A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A04166C-2530-406D-81B3-F65FED4FEE18}" v="5" dt="2026-01-21T19:43:36.003"/>
    <p1510:client id="{182E87B1-8AD2-DF41-7C8D-40F0E5B089FC}" v="54" dt="2026-01-22T00:10:14.078"/>
    <p1510:client id="{49D1A038-8298-E840-9CEC-0C0F4869D67F}" v="7939" dt="2026-01-22T18:50:26.186"/>
    <p1510:client id="{5BFBA57A-AF02-7021-08AE-961086CCE484}" v="182" dt="2026-01-22T16:56:26.010"/>
    <p1510:client id="{74FFC921-0B11-DE44-A2C8-C8DF3498A9B1}" v="935" dt="2026-01-21T19:45:17.980"/>
    <p1510:client id="{86335206-72B3-4732-86B5-E83C00341C61}" v="1163" dt="2026-01-22T16:41:09.651"/>
    <p1510:client id="{8DB9B3FE-C6B5-4F74-9714-512ACA75C3DB}" v="2762" dt="2026-01-21T19:16:46.569"/>
    <p1510:client id="{8F911B0C-E1CF-43AE-9890-0CAC67CF7B55}" v="1" dt="2026-01-21T19:00:13.459"/>
    <p1510:client id="{AF680790-40E0-96AB-9E36-D51C1B129DB8}" v="1" dt="2026-01-22T21:15:46.024"/>
    <p1510:client id="{B4D8B8A4-C364-2F8E-686D-198AAC6DF8E3}" v="45" dt="2026-01-21T19:58:24.206"/>
    <p1510:client id="{D59067C9-D0BD-4EED-B9A0-EF0F36872D8D}" v="3" dt="2026-01-21T20:22:45.515"/>
    <p1510:client id="{E60DC15A-DCBA-784D-8F0C-AE73635CC993}" v="1822" vWet="1823" dt="2026-01-21T16:18:55.265"/>
  </p1510:revLst>
</p1510:revInfo>
</file>

<file path=ppt/tableStyles.xml><?xml version="1.0" encoding="utf-8"?>
<a:tblStyleLst xmlns:a="http://schemas.openxmlformats.org/drawingml/2006/main" def="{839DD9DD-9E6C-4910-8AC0-68ADFF6A6AFC}">
  <a:tblStyle styleId="{839DD9DD-9E6C-4910-8AC0-68ADFF6A6AFC}" styleName="Oliver Wyman - default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chemeClr val="tx1"/>
              </a:solidFill>
            </a:ln>
          </a:bottom>
          <a:insideH>
            <a:ln w="9525" cmpd="sng">
              <a:solidFill>
                <a:schemeClr val="tx1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lastCol>
      <a:tcTxStyle b="on">
        <a:fontRef idx="minor">
          <a:prstClr val="black"/>
        </a:fontRef>
      </a:tcTxStyle>
      <a:tcStyle>
        <a:tcBdr/>
      </a:tcStyle>
    </a:lastCol>
    <a:firstCol>
      <a:tcTxStyle b="on">
        <a:fontRef idx="minor">
          <a:prstClr val="black"/>
        </a:fontRef>
      </a:tcTxStyle>
      <a:tcStyle>
        <a:tcBdr/>
      </a:tcStyle>
    </a:firstCol>
    <a:lastRow>
      <a:tcTxStyle b="on">
        <a:fontRef idx="minor">
          <a:prstClr val="black"/>
        </a:fontRef>
      </a:tcTxStyle>
      <a:tcStyle>
        <a:tcBdr/>
        <a:fill>
          <a:noFill/>
        </a:fill>
      </a:tcStyle>
    </a:lastRow>
    <a:firstRow>
      <a:tcTxStyle b="on">
        <a:fontRef idx="minor">
          <a:prstClr val="black"/>
        </a:fontRef>
      </a:tcTxStyle>
      <a:tcStyle>
        <a:tcBdr>
          <a:bottom>
            <a:ln w="9525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font" Target="fonts/font3.fntdata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34" Type="http://schemas.microsoft.com/office/2015/10/relationships/revisionInfo" Target="revisionInfo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font" Target="fonts/font2.fntdata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font" Target="fonts/font1.fntdata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openxmlformats.org/officeDocument/2006/relationships/tags" Target="tags/tag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4.fntdata"/><Relationship Id="rId30" Type="http://schemas.openxmlformats.org/officeDocument/2006/relationships/viewProps" Target="viewProps.xml"/><Relationship Id="rId35" Type="http://schemas.microsoft.com/office/2018/10/relationships/authors" Target="authors.xml"/><Relationship Id="rId8" Type="http://schemas.openxmlformats.org/officeDocument/2006/relationships/slide" Target="slides/slide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fevre, James" userId="S::james.lefevre@oliverwyman.com::01575f60-9c0f-4533-81c6-2f4fbae52aed" providerId="AD" clId="Web-{182E87B1-8AD2-DF41-7C8D-40F0E5B089FC}"/>
    <pc:docChg chg="delSld modSld modSection">
      <pc:chgData name="Lefevre, James" userId="S::james.lefevre@oliverwyman.com::01575f60-9c0f-4533-81c6-2f4fbae52aed" providerId="AD" clId="Web-{182E87B1-8AD2-DF41-7C8D-40F0E5B089FC}" dt="2026-01-22T00:10:14.078" v="24"/>
      <pc:docMkLst>
        <pc:docMk/>
      </pc:docMkLst>
      <pc:sldChg chg="del mod modShow">
        <pc:chgData name="Lefevre, James" userId="S::james.lefevre@oliverwyman.com::01575f60-9c0f-4533-81c6-2f4fbae52aed" providerId="AD" clId="Web-{182E87B1-8AD2-DF41-7C8D-40F0E5B089FC}" dt="2026-01-22T00:10:12.156" v="23"/>
        <pc:sldMkLst>
          <pc:docMk/>
          <pc:sldMk cId="1564399582" sldId="258"/>
        </pc:sldMkLst>
      </pc:sldChg>
      <pc:sldChg chg="del mod modShow">
        <pc:chgData name="Lefevre, James" userId="S::james.lefevre@oliverwyman.com::01575f60-9c0f-4533-81c6-2f4fbae52aed" providerId="AD" clId="Web-{182E87B1-8AD2-DF41-7C8D-40F0E5B089FC}" dt="2026-01-22T00:10:14.078" v="24"/>
        <pc:sldMkLst>
          <pc:docMk/>
          <pc:sldMk cId="1138812749" sldId="259"/>
        </pc:sldMkLst>
      </pc:sldChg>
      <pc:sldChg chg="modSp">
        <pc:chgData name="Lefevre, James" userId="S::james.lefevre@oliverwyman.com::01575f60-9c0f-4533-81c6-2f4fbae52aed" providerId="AD" clId="Web-{182E87B1-8AD2-DF41-7C8D-40F0E5B089FC}" dt="2026-01-22T00:05:58.024" v="22"/>
        <pc:sldMkLst>
          <pc:docMk/>
          <pc:sldMk cId="1334355142" sldId="297"/>
        </pc:sldMkLst>
        <pc:graphicFrameChg chg="mod modGraphic">
          <ac:chgData name="Lefevre, James" userId="S::james.lefevre@oliverwyman.com::01575f60-9c0f-4533-81c6-2f4fbae52aed" providerId="AD" clId="Web-{182E87B1-8AD2-DF41-7C8D-40F0E5B089FC}" dt="2026-01-22T00:05:58.024" v="22"/>
          <ac:graphicFrameMkLst>
            <pc:docMk/>
            <pc:sldMk cId="1334355142" sldId="297"/>
            <ac:graphicFrameMk id="6" creationId="{7A43DB69-7AC7-7869-FC8D-A755E264E017}"/>
          </ac:graphicFrameMkLst>
        </pc:graphicFrameChg>
      </pc:sldChg>
    </pc:docChg>
  </pc:docChgLst>
  <pc:docChgLst>
    <pc:chgData name="Lipowski, Kuba" userId="9ed11daa-d5ac-49b5-bb5a-c070fc99ff58" providerId="ADAL" clId="{9FEF0A82-3317-4FA6-9936-E2E3B785AB21}"/>
    <pc:docChg chg="undo custSel addSld delSld modSld addSection delSection modSection">
      <pc:chgData name="Lipowski, Kuba" userId="9ed11daa-d5ac-49b5-bb5a-c070fc99ff58" providerId="ADAL" clId="{9FEF0A82-3317-4FA6-9936-E2E3B785AB21}" dt="2026-01-16T22:58:45.991" v="6512"/>
      <pc:docMkLst>
        <pc:docMk/>
      </pc:docMkLst>
      <pc:sldChg chg="addSp delSp modSp mod">
        <pc:chgData name="Lipowski, Kuba" userId="9ed11daa-d5ac-49b5-bb5a-c070fc99ff58" providerId="ADAL" clId="{9FEF0A82-3317-4FA6-9936-E2E3B785AB21}" dt="2026-01-16T20:53:48.816" v="3302"/>
        <pc:sldMkLst>
          <pc:docMk/>
          <pc:sldMk cId="2928823437" sldId="257"/>
        </pc:sldMkLst>
        <pc:spChg chg="mod">
          <ac:chgData name="Lipowski, Kuba" userId="9ed11daa-d5ac-49b5-bb5a-c070fc99ff58" providerId="ADAL" clId="{9FEF0A82-3317-4FA6-9936-E2E3B785AB21}" dt="2026-01-16T20:53:48.776" v="3271" actId="948"/>
          <ac:spMkLst>
            <pc:docMk/>
            <pc:sldMk cId="2928823437" sldId="257"/>
            <ac:spMk id="2" creationId="{99C83444-F31C-AD62-0E68-43C94480BDDA}"/>
          </ac:spMkLst>
        </pc:spChg>
        <pc:spChg chg="mod">
          <ac:chgData name="Lipowski, Kuba" userId="9ed11daa-d5ac-49b5-bb5a-c070fc99ff58" providerId="ADAL" clId="{9FEF0A82-3317-4FA6-9936-E2E3B785AB21}" dt="2026-01-16T19:55:24.229" v="244" actId="20577"/>
          <ac:spMkLst>
            <pc:docMk/>
            <pc:sldMk cId="2928823437" sldId="257"/>
            <ac:spMk id="3" creationId="{4BB57FEA-C47F-343C-63E3-569BF9F33A27}"/>
          </ac:spMkLst>
        </pc:spChg>
        <pc:spChg chg="mod topLvl">
          <ac:chgData name="Lipowski, Kuba" userId="9ed11daa-d5ac-49b5-bb5a-c070fc99ff58" providerId="ADAL" clId="{9FEF0A82-3317-4FA6-9936-E2E3B785AB21}" dt="2026-01-16T20:39:05.439" v="1031" actId="165"/>
          <ac:spMkLst>
            <pc:docMk/>
            <pc:sldMk cId="2928823437" sldId="257"/>
            <ac:spMk id="9" creationId="{EFD90099-EE90-7496-9F80-2746987429D1}"/>
          </ac:spMkLst>
        </pc:spChg>
        <pc:spChg chg="mod topLvl">
          <ac:chgData name="Lipowski, Kuba" userId="9ed11daa-d5ac-49b5-bb5a-c070fc99ff58" providerId="ADAL" clId="{9FEF0A82-3317-4FA6-9936-E2E3B785AB21}" dt="2026-01-16T20:40:27.780" v="1047" actId="164"/>
          <ac:spMkLst>
            <pc:docMk/>
            <pc:sldMk cId="2928823437" sldId="257"/>
            <ac:spMk id="10" creationId="{889E0485-C524-109C-F6A7-C52FFC981CB0}"/>
          </ac:spMkLst>
        </pc:spChg>
        <pc:spChg chg="mod topLvl">
          <ac:chgData name="Lipowski, Kuba" userId="9ed11daa-d5ac-49b5-bb5a-c070fc99ff58" providerId="ADAL" clId="{9FEF0A82-3317-4FA6-9936-E2E3B785AB21}" dt="2026-01-16T20:40:27.780" v="1047" actId="164"/>
          <ac:spMkLst>
            <pc:docMk/>
            <pc:sldMk cId="2928823437" sldId="257"/>
            <ac:spMk id="11" creationId="{A73C543A-2FFA-F48C-B61F-CAC45A2F6B74}"/>
          </ac:spMkLst>
        </pc:spChg>
        <pc:spChg chg="mod topLvl">
          <ac:chgData name="Lipowski, Kuba" userId="9ed11daa-d5ac-49b5-bb5a-c070fc99ff58" providerId="ADAL" clId="{9FEF0A82-3317-4FA6-9936-E2E3B785AB21}" dt="2026-01-16T20:40:27.780" v="1047" actId="164"/>
          <ac:spMkLst>
            <pc:docMk/>
            <pc:sldMk cId="2928823437" sldId="257"/>
            <ac:spMk id="12" creationId="{84FA3678-069B-751B-BAD6-AD9E5C5F8EF7}"/>
          </ac:spMkLst>
        </pc:spChg>
        <pc:spChg chg="mod">
          <ac:chgData name="Lipowski, Kuba" userId="9ed11daa-d5ac-49b5-bb5a-c070fc99ff58" providerId="ADAL" clId="{9FEF0A82-3317-4FA6-9936-E2E3B785AB21}" dt="2026-01-16T20:42:56.385" v="1078" actId="20577"/>
          <ac:spMkLst>
            <pc:docMk/>
            <pc:sldMk cId="2928823437" sldId="257"/>
            <ac:spMk id="21" creationId="{20F27D8E-B99A-F21E-67EF-5E7F8100B4DA}"/>
          </ac:spMkLst>
        </pc:spChg>
        <pc:spChg chg="mod">
          <ac:chgData name="Lipowski, Kuba" userId="9ed11daa-d5ac-49b5-bb5a-c070fc99ff58" providerId="ADAL" clId="{9FEF0A82-3317-4FA6-9936-E2E3B785AB21}" dt="2026-01-16T20:43:02.864" v="1097"/>
          <ac:spMkLst>
            <pc:docMk/>
            <pc:sldMk cId="2928823437" sldId="257"/>
            <ac:spMk id="39" creationId="{47D66CB2-2FE2-8820-3199-1297982277AF}"/>
          </ac:spMkLst>
        </pc:spChg>
        <pc:spChg chg="mod">
          <ac:chgData name="Lipowski, Kuba" userId="9ed11daa-d5ac-49b5-bb5a-c070fc99ff58" providerId="ADAL" clId="{9FEF0A82-3317-4FA6-9936-E2E3B785AB21}" dt="2026-01-16T20:43:02.864" v="1097"/>
          <ac:spMkLst>
            <pc:docMk/>
            <pc:sldMk cId="2928823437" sldId="257"/>
            <ac:spMk id="40" creationId="{4F5640F2-1A4B-B38A-30C2-47AD43B1D624}"/>
          </ac:spMkLst>
        </pc:spChg>
        <pc:spChg chg="mod topLvl">
          <ac:chgData name="Lipowski, Kuba" userId="9ed11daa-d5ac-49b5-bb5a-c070fc99ff58" providerId="ADAL" clId="{9FEF0A82-3317-4FA6-9936-E2E3B785AB21}" dt="2026-01-16T20:38:56.602" v="1027" actId="165"/>
          <ac:spMkLst>
            <pc:docMk/>
            <pc:sldMk cId="2928823437" sldId="257"/>
            <ac:spMk id="41" creationId="{8885D826-9CC9-C4E7-F60B-5F5C4C5737C9}"/>
          </ac:spMkLst>
        </pc:spChg>
        <pc:spChg chg="mod">
          <ac:chgData name="Lipowski, Kuba" userId="9ed11daa-d5ac-49b5-bb5a-c070fc99ff58" providerId="ADAL" clId="{9FEF0A82-3317-4FA6-9936-E2E3B785AB21}" dt="2026-01-16T20:43:09" v="1100" actId="20577"/>
          <ac:spMkLst>
            <pc:docMk/>
            <pc:sldMk cId="2928823437" sldId="257"/>
            <ac:spMk id="42" creationId="{63F030A7-CA09-A396-4958-B99B46B0E2ED}"/>
          </ac:spMkLst>
        </pc:spChg>
        <pc:spChg chg="mod">
          <ac:chgData name="Lipowski, Kuba" userId="9ed11daa-d5ac-49b5-bb5a-c070fc99ff58" providerId="ADAL" clId="{9FEF0A82-3317-4FA6-9936-E2E3B785AB21}" dt="2026-01-16T20:47:40.271" v="1555" actId="20577"/>
          <ac:spMkLst>
            <pc:docMk/>
            <pc:sldMk cId="2928823437" sldId="257"/>
            <ac:spMk id="43" creationId="{341B1AE9-03E3-F335-6F15-03469FBB0499}"/>
          </ac:spMkLst>
        </pc:spChg>
        <pc:spChg chg="mod topLvl">
          <ac:chgData name="Lipowski, Kuba" userId="9ed11daa-d5ac-49b5-bb5a-c070fc99ff58" providerId="ADAL" clId="{9FEF0A82-3317-4FA6-9936-E2E3B785AB21}" dt="2026-01-16T20:39:01.615" v="1029" actId="165"/>
          <ac:spMkLst>
            <pc:docMk/>
            <pc:sldMk cId="2928823437" sldId="257"/>
            <ac:spMk id="45" creationId="{E51F7C4C-16E6-7137-BA57-739AFCBC3E76}"/>
          </ac:spMkLst>
        </pc:spChg>
        <pc:spChg chg="mod topLvl">
          <ac:chgData name="Lipowski, Kuba" userId="9ed11daa-d5ac-49b5-bb5a-c070fc99ff58" providerId="ADAL" clId="{9FEF0A82-3317-4FA6-9936-E2E3B785AB21}" dt="2026-01-16T20:41:08.429" v="1057" actId="12789"/>
          <ac:spMkLst>
            <pc:docMk/>
            <pc:sldMk cId="2928823437" sldId="257"/>
            <ac:spMk id="46" creationId="{59BE58C9-BD29-3B80-6393-32FE6C1342C4}"/>
          </ac:spMkLst>
        </pc:spChg>
        <pc:spChg chg="mod topLvl">
          <ac:chgData name="Lipowski, Kuba" userId="9ed11daa-d5ac-49b5-bb5a-c070fc99ff58" providerId="ADAL" clId="{9FEF0A82-3317-4FA6-9936-E2E3B785AB21}" dt="2026-01-16T20:40:52.719" v="1054" actId="165"/>
          <ac:spMkLst>
            <pc:docMk/>
            <pc:sldMk cId="2928823437" sldId="257"/>
            <ac:spMk id="47" creationId="{0AF1C023-0096-6809-F0FB-7610BF063211}"/>
          </ac:spMkLst>
        </pc:spChg>
        <pc:spChg chg="mod topLvl">
          <ac:chgData name="Lipowski, Kuba" userId="9ed11daa-d5ac-49b5-bb5a-c070fc99ff58" providerId="ADAL" clId="{9FEF0A82-3317-4FA6-9936-E2E3B785AB21}" dt="2026-01-16T20:40:52.719" v="1054" actId="165"/>
          <ac:spMkLst>
            <pc:docMk/>
            <pc:sldMk cId="2928823437" sldId="257"/>
            <ac:spMk id="49" creationId="{C5468115-DF44-B736-C3D3-4B6DF6A7869C}"/>
          </ac:spMkLst>
        </pc:spChg>
        <pc:spChg chg="mod topLvl">
          <ac:chgData name="Lipowski, Kuba" userId="9ed11daa-d5ac-49b5-bb5a-c070fc99ff58" providerId="ADAL" clId="{9FEF0A82-3317-4FA6-9936-E2E3B785AB21}" dt="2026-01-16T20:39:41.831" v="1046" actId="12789"/>
          <ac:spMkLst>
            <pc:docMk/>
            <pc:sldMk cId="2928823437" sldId="257"/>
            <ac:spMk id="51" creationId="{A06C3124-0054-10F9-2846-B4037EB9F95D}"/>
          </ac:spMkLst>
        </pc:spChg>
        <pc:spChg chg="mod topLvl">
          <ac:chgData name="Lipowski, Kuba" userId="9ed11daa-d5ac-49b5-bb5a-c070fc99ff58" providerId="ADAL" clId="{9FEF0A82-3317-4FA6-9936-E2E3B785AB21}" dt="2026-01-16T20:39:18.482" v="1034" actId="14100"/>
          <ac:spMkLst>
            <pc:docMk/>
            <pc:sldMk cId="2928823437" sldId="257"/>
            <ac:spMk id="52" creationId="{80DE2C58-29A1-5B93-EBEA-BDF6B1752B37}"/>
          </ac:spMkLst>
        </pc:spChg>
        <pc:spChg chg="mod topLvl">
          <ac:chgData name="Lipowski, Kuba" userId="9ed11daa-d5ac-49b5-bb5a-c070fc99ff58" providerId="ADAL" clId="{9FEF0A82-3317-4FA6-9936-E2E3B785AB21}" dt="2026-01-16T20:38:56.602" v="1027" actId="165"/>
          <ac:spMkLst>
            <pc:docMk/>
            <pc:sldMk cId="2928823437" sldId="257"/>
            <ac:spMk id="55" creationId="{BE3A3656-E427-019F-FFF6-02FBF3BAD516}"/>
          </ac:spMkLst>
        </pc:spChg>
        <pc:spChg chg="mod topLvl">
          <ac:chgData name="Lipowski, Kuba" userId="9ed11daa-d5ac-49b5-bb5a-c070fc99ff58" providerId="ADAL" clId="{9FEF0A82-3317-4FA6-9936-E2E3B785AB21}" dt="2026-01-16T20:39:03.571" v="1030" actId="165"/>
          <ac:spMkLst>
            <pc:docMk/>
            <pc:sldMk cId="2928823437" sldId="257"/>
            <ac:spMk id="58" creationId="{BB597C51-9EFD-B453-E819-CC48AD11C0D8}"/>
          </ac:spMkLst>
        </pc:spChg>
        <pc:spChg chg="mod topLvl">
          <ac:chgData name="Lipowski, Kuba" userId="9ed11daa-d5ac-49b5-bb5a-c070fc99ff58" providerId="ADAL" clId="{9FEF0A82-3317-4FA6-9936-E2E3B785AB21}" dt="2026-01-16T20:40:30.547" v="1048" actId="164"/>
          <ac:spMkLst>
            <pc:docMk/>
            <pc:sldMk cId="2928823437" sldId="257"/>
            <ac:spMk id="59" creationId="{845B0226-0305-F7BA-E495-8396CDBAA30A}"/>
          </ac:spMkLst>
        </pc:spChg>
        <pc:spChg chg="mod topLvl">
          <ac:chgData name="Lipowski, Kuba" userId="9ed11daa-d5ac-49b5-bb5a-c070fc99ff58" providerId="ADAL" clId="{9FEF0A82-3317-4FA6-9936-E2E3B785AB21}" dt="2026-01-16T20:40:30.547" v="1048" actId="164"/>
          <ac:spMkLst>
            <pc:docMk/>
            <pc:sldMk cId="2928823437" sldId="257"/>
            <ac:spMk id="60" creationId="{D1DF4577-8CE3-82C3-D26C-2ED75E42CD61}"/>
          </ac:spMkLst>
        </pc:spChg>
        <pc:spChg chg="mod topLvl">
          <ac:chgData name="Lipowski, Kuba" userId="9ed11daa-d5ac-49b5-bb5a-c070fc99ff58" providerId="ADAL" clId="{9FEF0A82-3317-4FA6-9936-E2E3B785AB21}" dt="2026-01-16T20:40:30.547" v="1048" actId="164"/>
          <ac:spMkLst>
            <pc:docMk/>
            <pc:sldMk cId="2928823437" sldId="257"/>
            <ac:spMk id="62" creationId="{01568617-7C50-5592-5E18-70732B886DCD}"/>
          </ac:spMkLst>
        </pc:spChg>
        <pc:spChg chg="mod topLvl">
          <ac:chgData name="Lipowski, Kuba" userId="9ed11daa-d5ac-49b5-bb5a-c070fc99ff58" providerId="ADAL" clId="{9FEF0A82-3317-4FA6-9936-E2E3B785AB21}" dt="2026-01-16T20:38:59.147" v="1028" actId="165"/>
          <ac:spMkLst>
            <pc:docMk/>
            <pc:sldMk cId="2928823437" sldId="257"/>
            <ac:spMk id="64" creationId="{DDD1EA5C-15AD-DC3E-7A00-EBDDB72E48AA}"/>
          </ac:spMkLst>
        </pc:spChg>
        <pc:spChg chg="mod topLvl">
          <ac:chgData name="Lipowski, Kuba" userId="9ed11daa-d5ac-49b5-bb5a-c070fc99ff58" providerId="ADAL" clId="{9FEF0A82-3317-4FA6-9936-E2E3B785AB21}" dt="2026-01-16T20:41:16.378" v="1058" actId="12789"/>
          <ac:spMkLst>
            <pc:docMk/>
            <pc:sldMk cId="2928823437" sldId="257"/>
            <ac:spMk id="65" creationId="{97CBEC76-7F87-896D-09C5-B75032C2A06C}"/>
          </ac:spMkLst>
        </pc:spChg>
        <pc:spChg chg="mod topLvl">
          <ac:chgData name="Lipowski, Kuba" userId="9ed11daa-d5ac-49b5-bb5a-c070fc99ff58" providerId="ADAL" clId="{9FEF0A82-3317-4FA6-9936-E2E3B785AB21}" dt="2026-01-16T20:39:18.482" v="1034" actId="14100"/>
          <ac:spMkLst>
            <pc:docMk/>
            <pc:sldMk cId="2928823437" sldId="257"/>
            <ac:spMk id="66" creationId="{677D05BE-FBEA-D879-5A8C-106436370077}"/>
          </ac:spMkLst>
        </pc:spChg>
        <pc:spChg chg="mod topLvl">
          <ac:chgData name="Lipowski, Kuba" userId="9ed11daa-d5ac-49b5-bb5a-c070fc99ff58" providerId="ADAL" clId="{9FEF0A82-3317-4FA6-9936-E2E3B785AB21}" dt="2026-01-16T20:38:59.147" v="1028" actId="165"/>
          <ac:spMkLst>
            <pc:docMk/>
            <pc:sldMk cId="2928823437" sldId="257"/>
            <ac:spMk id="68" creationId="{52BF0AE4-FA8E-FA33-E04C-1D29A115BFFD}"/>
          </ac:spMkLst>
        </pc:spChg>
        <pc:grpChg chg="mod">
          <ac:chgData name="Lipowski, Kuba" userId="9ed11daa-d5ac-49b5-bb5a-c070fc99ff58" providerId="ADAL" clId="{9FEF0A82-3317-4FA6-9936-E2E3B785AB21}" dt="2026-01-16T20:43:01.548" v="1096" actId="1035"/>
          <ac:grpSpMkLst>
            <pc:docMk/>
            <pc:sldMk cId="2928823437" sldId="257"/>
            <ac:grpSpMk id="4" creationId="{9EE75103-08F7-1A4B-94B2-1DBAFB689056}"/>
          </ac:grpSpMkLst>
        </pc:grpChg>
        <pc:grpChg chg="add mod">
          <ac:chgData name="Lipowski, Kuba" userId="9ed11daa-d5ac-49b5-bb5a-c070fc99ff58" providerId="ADAL" clId="{9FEF0A82-3317-4FA6-9936-E2E3B785AB21}" dt="2026-01-16T20:40:27.780" v="1047" actId="164"/>
          <ac:grpSpMkLst>
            <pc:docMk/>
            <pc:sldMk cId="2928823437" sldId="257"/>
            <ac:grpSpMk id="33" creationId="{772B8B6F-9480-12A9-3A9E-3A17331C50F8}"/>
          </ac:grpSpMkLst>
        </pc:grpChg>
        <pc:grpChg chg="add mod">
          <ac:chgData name="Lipowski, Kuba" userId="9ed11daa-d5ac-49b5-bb5a-c070fc99ff58" providerId="ADAL" clId="{9FEF0A82-3317-4FA6-9936-E2E3B785AB21}" dt="2026-01-16T20:40:30.547" v="1048" actId="164"/>
          <ac:grpSpMkLst>
            <pc:docMk/>
            <pc:sldMk cId="2928823437" sldId="257"/>
            <ac:grpSpMk id="34" creationId="{49715B84-750E-88BA-1A64-F4E17FCC1AA2}"/>
          </ac:grpSpMkLst>
        </pc:grpChg>
        <pc:grpChg chg="add mod">
          <ac:chgData name="Lipowski, Kuba" userId="9ed11daa-d5ac-49b5-bb5a-c070fc99ff58" providerId="ADAL" clId="{9FEF0A82-3317-4FA6-9936-E2E3B785AB21}" dt="2026-01-16T20:43:06.376" v="1098" actId="1076"/>
          <ac:grpSpMkLst>
            <pc:docMk/>
            <pc:sldMk cId="2928823437" sldId="257"/>
            <ac:grpSpMk id="38" creationId="{C230675D-DF48-D454-A0A4-81E2C433EFD1}"/>
          </ac:grpSpMkLst>
        </pc:grpChg>
        <pc:graphicFrameChg chg="mod">
          <ac:chgData name="Lipowski, Kuba" userId="9ed11daa-d5ac-49b5-bb5a-c070fc99ff58" providerId="ADAL" clId="{9FEF0A82-3317-4FA6-9936-E2E3B785AB21}" dt="2026-01-16T20:53:48.816" v="3302"/>
          <ac:graphicFrameMkLst>
            <pc:docMk/>
            <pc:sldMk cId="2928823437" sldId="257"/>
            <ac:graphicFrameMk id="8" creationId="{E8E93C0A-DA0A-BF88-9C31-15D9FDB842D6}"/>
          </ac:graphicFrameMkLst>
        </pc:graphicFrameChg>
        <pc:picChg chg="add mod">
          <ac:chgData name="Lipowski, Kuba" userId="9ed11daa-d5ac-49b5-bb5a-c070fc99ff58" providerId="ADAL" clId="{9FEF0A82-3317-4FA6-9936-E2E3B785AB21}" dt="2026-01-16T20:41:16.378" v="1058" actId="12789"/>
          <ac:picMkLst>
            <pc:docMk/>
            <pc:sldMk cId="2928823437" sldId="257"/>
            <ac:picMk id="36" creationId="{3D14E1A4-1342-BDF1-FA77-0F2ABC417320}"/>
          </ac:picMkLst>
        </pc:picChg>
        <pc:picChg chg="add mod">
          <ac:chgData name="Lipowski, Kuba" userId="9ed11daa-d5ac-49b5-bb5a-c070fc99ff58" providerId="ADAL" clId="{9FEF0A82-3317-4FA6-9936-E2E3B785AB21}" dt="2026-01-16T20:41:08.429" v="1057" actId="12789"/>
          <ac:picMkLst>
            <pc:docMk/>
            <pc:sldMk cId="2928823437" sldId="257"/>
            <ac:picMk id="37" creationId="{58101BB7-7FCA-14D1-6EC3-3E418A08D453}"/>
          </ac:picMkLst>
        </pc:picChg>
        <pc:picChg chg="mod">
          <ac:chgData name="Lipowski, Kuba" userId="9ed11daa-d5ac-49b5-bb5a-c070fc99ff58" providerId="ADAL" clId="{9FEF0A82-3317-4FA6-9936-E2E3B785AB21}" dt="2026-01-16T20:39:41.831" v="1046" actId="12789"/>
          <ac:picMkLst>
            <pc:docMk/>
            <pc:sldMk cId="2928823437" sldId="257"/>
            <ac:picMk id="113" creationId="{DE02DF6D-3CA0-AC80-85C4-3CDCD0DC4E20}"/>
          </ac:picMkLst>
        </pc:picChg>
      </pc:sldChg>
      <pc:sldChg chg="addSp delSp modSp mod">
        <pc:chgData name="Lipowski, Kuba" userId="9ed11daa-d5ac-49b5-bb5a-c070fc99ff58" providerId="ADAL" clId="{9FEF0A82-3317-4FA6-9936-E2E3B785AB21}" dt="2026-01-16T22:58:45.991" v="6512"/>
        <pc:sldMkLst>
          <pc:docMk/>
          <pc:sldMk cId="440314001" sldId="261"/>
        </pc:sldMkLst>
        <pc:spChg chg="mod">
          <ac:chgData name="Lipowski, Kuba" userId="9ed11daa-d5ac-49b5-bb5a-c070fc99ff58" providerId="ADAL" clId="{9FEF0A82-3317-4FA6-9936-E2E3B785AB21}" dt="2026-01-16T22:58:45.920" v="6481" actId="948"/>
          <ac:spMkLst>
            <pc:docMk/>
            <pc:sldMk cId="440314001" sldId="261"/>
            <ac:spMk id="2" creationId="{FAA2AFBB-CC7A-E363-6470-8E2E6FD04D17}"/>
          </ac:spMkLst>
        </pc:spChg>
        <pc:spChg chg="add mod">
          <ac:chgData name="Lipowski, Kuba" userId="9ed11daa-d5ac-49b5-bb5a-c070fc99ff58" providerId="ADAL" clId="{9FEF0A82-3317-4FA6-9936-E2E3B785AB21}" dt="2026-01-16T22:48:07.639" v="3778"/>
          <ac:spMkLst>
            <pc:docMk/>
            <pc:sldMk cId="440314001" sldId="261"/>
            <ac:spMk id="6" creationId="{FEFF0141-DE3C-31DD-5E89-5BF989EFBF50}"/>
          </ac:spMkLst>
        </pc:spChg>
        <pc:spChg chg="mod">
          <ac:chgData name="Lipowski, Kuba" userId="9ed11daa-d5ac-49b5-bb5a-c070fc99ff58" providerId="ADAL" clId="{9FEF0A82-3317-4FA6-9936-E2E3B785AB21}" dt="2026-01-16T22:48:07.618" v="3754"/>
          <ac:spMkLst>
            <pc:docMk/>
            <pc:sldMk cId="440314001" sldId="261"/>
            <ac:spMk id="7" creationId="{FCDD3F08-45E5-CE69-DCA9-E10D061E852E}"/>
          </ac:spMkLst>
        </pc:spChg>
        <pc:spChg chg="mod">
          <ac:chgData name="Lipowski, Kuba" userId="9ed11daa-d5ac-49b5-bb5a-c070fc99ff58" providerId="ADAL" clId="{9FEF0A82-3317-4FA6-9936-E2E3B785AB21}" dt="2026-01-16T22:48:07.621" v="3758"/>
          <ac:spMkLst>
            <pc:docMk/>
            <pc:sldMk cId="440314001" sldId="261"/>
            <ac:spMk id="8" creationId="{AD40B9C5-8A26-0020-2473-D5017D60B8FC}"/>
          </ac:spMkLst>
        </pc:spChg>
        <pc:spChg chg="mod">
          <ac:chgData name="Lipowski, Kuba" userId="9ed11daa-d5ac-49b5-bb5a-c070fc99ff58" providerId="ADAL" clId="{9FEF0A82-3317-4FA6-9936-E2E3B785AB21}" dt="2026-01-16T22:48:07.624" v="3762"/>
          <ac:spMkLst>
            <pc:docMk/>
            <pc:sldMk cId="440314001" sldId="261"/>
            <ac:spMk id="9" creationId="{7E2A9A86-FC08-C039-4F30-3A98562A1168}"/>
          </ac:spMkLst>
        </pc:spChg>
        <pc:spChg chg="mod">
          <ac:chgData name="Lipowski, Kuba" userId="9ed11daa-d5ac-49b5-bb5a-c070fc99ff58" providerId="ADAL" clId="{9FEF0A82-3317-4FA6-9936-E2E3B785AB21}" dt="2026-01-16T22:48:07.628" v="3766"/>
          <ac:spMkLst>
            <pc:docMk/>
            <pc:sldMk cId="440314001" sldId="261"/>
            <ac:spMk id="10" creationId="{8B44E0A1-ECAA-5178-4C24-9AAF12EBFB1B}"/>
          </ac:spMkLst>
        </pc:spChg>
        <pc:spChg chg="mod">
          <ac:chgData name="Lipowski, Kuba" userId="9ed11daa-d5ac-49b5-bb5a-c070fc99ff58" providerId="ADAL" clId="{9FEF0A82-3317-4FA6-9936-E2E3B785AB21}" dt="2026-01-16T22:48:07.633" v="3770"/>
          <ac:spMkLst>
            <pc:docMk/>
            <pc:sldMk cId="440314001" sldId="261"/>
            <ac:spMk id="11" creationId="{27B8929C-FD82-281F-8766-A47241E3B30F}"/>
          </ac:spMkLst>
        </pc:spChg>
        <pc:spChg chg="mod">
          <ac:chgData name="Lipowski, Kuba" userId="9ed11daa-d5ac-49b5-bb5a-c070fc99ff58" providerId="ADAL" clId="{9FEF0A82-3317-4FA6-9936-E2E3B785AB21}" dt="2026-01-16T22:48:07.635" v="3774"/>
          <ac:spMkLst>
            <pc:docMk/>
            <pc:sldMk cId="440314001" sldId="261"/>
            <ac:spMk id="12" creationId="{10D56CC1-135D-D24E-9782-D309F86DD3A2}"/>
          </ac:spMkLst>
        </pc:spChg>
        <pc:graphicFrameChg chg="mod modGraphic">
          <ac:chgData name="Lipowski, Kuba" userId="9ed11daa-d5ac-49b5-bb5a-c070fc99ff58" providerId="ADAL" clId="{9FEF0A82-3317-4FA6-9936-E2E3B785AB21}" dt="2026-01-16T22:57:04.275" v="4979" actId="20577"/>
          <ac:graphicFrameMkLst>
            <pc:docMk/>
            <pc:sldMk cId="440314001" sldId="261"/>
            <ac:graphicFrameMk id="4" creationId="{F84A7ED1-6796-7E1C-D0A0-04D2B9213C46}"/>
          </ac:graphicFrameMkLst>
        </pc:graphicFrameChg>
        <pc:graphicFrameChg chg="mod">
          <ac:chgData name="Lipowski, Kuba" userId="9ed11daa-d5ac-49b5-bb5a-c070fc99ff58" providerId="ADAL" clId="{9FEF0A82-3317-4FA6-9936-E2E3B785AB21}" dt="2026-01-16T22:58:45.991" v="6512"/>
          <ac:graphicFrameMkLst>
            <pc:docMk/>
            <pc:sldMk cId="440314001" sldId="261"/>
            <ac:graphicFrameMk id="15" creationId="{7077FDE1-2F11-A078-DF4F-AE9C4FE4D6AF}"/>
          </ac:graphicFrameMkLst>
        </pc:graphicFrameChg>
      </pc:sldChg>
      <pc:sldChg chg="addSp modSp mod">
        <pc:chgData name="Lipowski, Kuba" userId="9ed11daa-d5ac-49b5-bb5a-c070fc99ff58" providerId="ADAL" clId="{9FEF0A82-3317-4FA6-9936-E2E3B785AB21}" dt="2026-01-15T21:24:31.814" v="169" actId="20577"/>
        <pc:sldMkLst>
          <pc:docMk/>
          <pc:sldMk cId="3780708115" sldId="262"/>
        </pc:sldMkLst>
      </pc:sldChg>
      <pc:sldChg chg="modSp mod">
        <pc:chgData name="Lipowski, Kuba" userId="9ed11daa-d5ac-49b5-bb5a-c070fc99ff58" providerId="ADAL" clId="{9FEF0A82-3317-4FA6-9936-E2E3B785AB21}" dt="2026-01-16T22:35:20.084" v="3548" actId="20577"/>
        <pc:sldMkLst>
          <pc:docMk/>
          <pc:sldMk cId="345025511" sldId="263"/>
        </pc:sldMkLst>
        <pc:spChg chg="mod">
          <ac:chgData name="Lipowski, Kuba" userId="9ed11daa-d5ac-49b5-bb5a-c070fc99ff58" providerId="ADAL" clId="{9FEF0A82-3317-4FA6-9936-E2E3B785AB21}" dt="2026-01-15T21:17:59.419" v="94" actId="20577"/>
          <ac:spMkLst>
            <pc:docMk/>
            <pc:sldMk cId="345025511" sldId="263"/>
            <ac:spMk id="2" creationId="{2A852DAE-34F7-4535-F0D5-D38195B9CD9D}"/>
          </ac:spMkLst>
        </pc:spChg>
        <pc:spChg chg="mod">
          <ac:chgData name="Lipowski, Kuba" userId="9ed11daa-d5ac-49b5-bb5a-c070fc99ff58" providerId="ADAL" clId="{9FEF0A82-3317-4FA6-9936-E2E3B785AB21}" dt="2026-01-16T22:35:20.084" v="3548" actId="20577"/>
          <ac:spMkLst>
            <pc:docMk/>
            <pc:sldMk cId="345025511" sldId="263"/>
            <ac:spMk id="3" creationId="{962B33FF-EEA7-FBAE-0B57-F672DC4C49AA}"/>
          </ac:spMkLst>
        </pc:spChg>
      </pc:sldChg>
      <pc:sldChg chg="modSp mod">
        <pc:chgData name="Lipowski, Kuba" userId="9ed11daa-d5ac-49b5-bb5a-c070fc99ff58" providerId="ADAL" clId="{9FEF0A82-3317-4FA6-9936-E2E3B785AB21}" dt="2026-01-15T21:15:21.732" v="17" actId="20577"/>
        <pc:sldMkLst>
          <pc:docMk/>
          <pc:sldMk cId="1229546689" sldId="284"/>
        </pc:sldMkLst>
        <pc:spChg chg="mod">
          <ac:chgData name="Lipowski, Kuba" userId="9ed11daa-d5ac-49b5-bb5a-c070fc99ff58" providerId="ADAL" clId="{9FEF0A82-3317-4FA6-9936-E2E3B785AB21}" dt="2026-01-15T21:15:21.732" v="17" actId="20577"/>
          <ac:spMkLst>
            <pc:docMk/>
            <pc:sldMk cId="1229546689" sldId="284"/>
            <ac:spMk id="5" creationId="{D91E8904-AC85-95D3-A4B4-174F300B4B13}"/>
          </ac:spMkLst>
        </pc:spChg>
      </pc:sldChg>
      <pc:sldChg chg="modSp mod">
        <pc:chgData name="Lipowski, Kuba" userId="9ed11daa-d5ac-49b5-bb5a-c070fc99ff58" providerId="ADAL" clId="{9FEF0A82-3317-4FA6-9936-E2E3B785AB21}" dt="2026-01-15T21:18:25.445" v="109" actId="2164"/>
        <pc:sldMkLst>
          <pc:docMk/>
          <pc:sldMk cId="1334355142" sldId="297"/>
        </pc:sldMkLst>
        <pc:graphicFrameChg chg="modGraphic">
          <ac:chgData name="Lipowski, Kuba" userId="9ed11daa-d5ac-49b5-bb5a-c070fc99ff58" providerId="ADAL" clId="{9FEF0A82-3317-4FA6-9936-E2E3B785AB21}" dt="2026-01-15T21:18:25.445" v="109" actId="2164"/>
          <ac:graphicFrameMkLst>
            <pc:docMk/>
            <pc:sldMk cId="1334355142" sldId="297"/>
            <ac:graphicFrameMk id="6" creationId="{7A43DB69-7AC7-7869-FC8D-A755E264E017}"/>
          </ac:graphicFrameMkLst>
        </pc:graphicFrameChg>
      </pc:sldChg>
      <pc:sldChg chg="new">
        <pc:chgData name="Lipowski, Kuba" userId="9ed11daa-d5ac-49b5-bb5a-c070fc99ff58" providerId="ADAL" clId="{9FEF0A82-3317-4FA6-9936-E2E3B785AB21}" dt="2026-01-15T21:18:12.367" v="96" actId="680"/>
        <pc:sldMkLst>
          <pc:docMk/>
          <pc:sldMk cId="1100298056" sldId="2147483647"/>
        </pc:sldMkLst>
      </pc:sldChg>
    </pc:docChg>
  </pc:docChgLst>
  <pc:docChgLst>
    <pc:chgData name="Lombardo, Jason" userId="12364b8c-6ebb-4973-b9ec-1e299c6108a8" providerId="ADAL" clId="{B00F9C14-2B2D-5D0C-A707-170682C8D066}"/>
    <pc:docChg chg="undo redo custSel addSld delSld modSld modSection">
      <pc:chgData name="Lombardo, Jason" userId="12364b8c-6ebb-4973-b9ec-1e299c6108a8" providerId="ADAL" clId="{B00F9C14-2B2D-5D0C-A707-170682C8D066}" dt="2026-01-21T15:46:23.728" v="1819" actId="478"/>
      <pc:docMkLst>
        <pc:docMk/>
      </pc:docMkLst>
      <pc:sldChg chg="delSp modSp mod">
        <pc:chgData name="Lombardo, Jason" userId="12364b8c-6ebb-4973-b9ec-1e299c6108a8" providerId="ADAL" clId="{B00F9C14-2B2D-5D0C-A707-170682C8D066}" dt="2026-01-21T15:46:23.728" v="1819" actId="478"/>
        <pc:sldMkLst>
          <pc:docMk/>
          <pc:sldMk cId="1138812749" sldId="259"/>
        </pc:sldMkLst>
        <pc:spChg chg="mod">
          <ac:chgData name="Lombardo, Jason" userId="12364b8c-6ebb-4973-b9ec-1e299c6108a8" providerId="ADAL" clId="{B00F9C14-2B2D-5D0C-A707-170682C8D066}" dt="2026-01-21T15:44:35.862" v="1818" actId="20577"/>
          <ac:spMkLst>
            <pc:docMk/>
            <pc:sldMk cId="1138812749" sldId="259"/>
            <ac:spMk id="2" creationId="{41F8D3E1-85D7-24A7-20FF-89DAABDD2997}"/>
          </ac:spMkLst>
        </pc:spChg>
        <pc:spChg chg="del">
          <ac:chgData name="Lombardo, Jason" userId="12364b8c-6ebb-4973-b9ec-1e299c6108a8" providerId="ADAL" clId="{B00F9C14-2B2D-5D0C-A707-170682C8D066}" dt="2026-01-21T15:46:23.728" v="1819" actId="478"/>
          <ac:spMkLst>
            <pc:docMk/>
            <pc:sldMk cId="1138812749" sldId="259"/>
            <ac:spMk id="6" creationId="{260B3662-2C16-956E-7013-035DFF3E8EE4}"/>
          </ac:spMkLst>
        </pc:spChg>
        <pc:spChg chg="del mod">
          <ac:chgData name="Lombardo, Jason" userId="12364b8c-6ebb-4973-b9ec-1e299c6108a8" providerId="ADAL" clId="{B00F9C14-2B2D-5D0C-A707-170682C8D066}" dt="2026-01-21T15:37:14.319" v="1442" actId="478"/>
          <ac:spMkLst>
            <pc:docMk/>
            <pc:sldMk cId="1138812749" sldId="259"/>
            <ac:spMk id="7" creationId="{B046D0E3-95AF-B1BA-8ACE-4C5866256989}"/>
          </ac:spMkLst>
        </pc:spChg>
        <pc:spChg chg="mod">
          <ac:chgData name="Lombardo, Jason" userId="12364b8c-6ebb-4973-b9ec-1e299c6108a8" providerId="ADAL" clId="{B00F9C14-2B2D-5D0C-A707-170682C8D066}" dt="2026-01-21T15:39:14.850" v="1635" actId="20577"/>
          <ac:spMkLst>
            <pc:docMk/>
            <pc:sldMk cId="1138812749" sldId="259"/>
            <ac:spMk id="22" creationId="{679FB748-6FF1-8AE9-B7A2-AA713E103C3E}"/>
          </ac:spMkLst>
        </pc:spChg>
      </pc:sldChg>
      <pc:sldChg chg="addSp delSp modSp mod">
        <pc:chgData name="Lombardo, Jason" userId="12364b8c-6ebb-4973-b9ec-1e299c6108a8" providerId="ADAL" clId="{B00F9C14-2B2D-5D0C-A707-170682C8D066}" dt="2026-01-21T15:35:26.936" v="1392" actId="207"/>
        <pc:sldMkLst>
          <pc:docMk/>
          <pc:sldMk cId="166781970" sldId="260"/>
        </pc:sldMkLst>
        <pc:spChg chg="mod">
          <ac:chgData name="Lombardo, Jason" userId="12364b8c-6ebb-4973-b9ec-1e299c6108a8" providerId="ADAL" clId="{B00F9C14-2B2D-5D0C-A707-170682C8D066}" dt="2026-01-21T15:35:26.936" v="1392" actId="207"/>
          <ac:spMkLst>
            <pc:docMk/>
            <pc:sldMk cId="166781970" sldId="260"/>
            <ac:spMk id="7" creationId="{D30E12FC-0FB5-B092-3EF0-8C6364AF5055}"/>
          </ac:spMkLst>
        </pc:spChg>
        <pc:spChg chg="add mod">
          <ac:chgData name="Lombardo, Jason" userId="12364b8c-6ebb-4973-b9ec-1e299c6108a8" providerId="ADAL" clId="{B00F9C14-2B2D-5D0C-A707-170682C8D066}" dt="2026-01-21T15:30:57.192" v="1368"/>
          <ac:spMkLst>
            <pc:docMk/>
            <pc:sldMk cId="166781970" sldId="260"/>
            <ac:spMk id="10" creationId="{9DEEFCC5-2ADD-27EA-251F-93E48EDAF6E2}"/>
          </ac:spMkLst>
        </pc:spChg>
        <pc:spChg chg="add mod">
          <ac:chgData name="Lombardo, Jason" userId="12364b8c-6ebb-4973-b9ec-1e299c6108a8" providerId="ADAL" clId="{B00F9C14-2B2D-5D0C-A707-170682C8D066}" dt="2026-01-21T15:30:57.192" v="1368"/>
          <ac:spMkLst>
            <pc:docMk/>
            <pc:sldMk cId="166781970" sldId="260"/>
            <ac:spMk id="11" creationId="{1EB484DB-018E-9567-BEB8-0AB68255AAF2}"/>
          </ac:spMkLst>
        </pc:spChg>
        <pc:spChg chg="add mod">
          <ac:chgData name="Lombardo, Jason" userId="12364b8c-6ebb-4973-b9ec-1e299c6108a8" providerId="ADAL" clId="{B00F9C14-2B2D-5D0C-A707-170682C8D066}" dt="2026-01-21T15:30:57.192" v="1368"/>
          <ac:spMkLst>
            <pc:docMk/>
            <pc:sldMk cId="166781970" sldId="260"/>
            <ac:spMk id="12" creationId="{0C579832-916D-E16D-DE0D-F7F8C5FEDCD9}"/>
          </ac:spMkLst>
        </pc:spChg>
        <pc:spChg chg="del">
          <ac:chgData name="Lombardo, Jason" userId="12364b8c-6ebb-4973-b9ec-1e299c6108a8" providerId="ADAL" clId="{B00F9C14-2B2D-5D0C-A707-170682C8D066}" dt="2026-01-21T15:30:56.695" v="1367" actId="478"/>
          <ac:spMkLst>
            <pc:docMk/>
            <pc:sldMk cId="166781970" sldId="260"/>
            <ac:spMk id="16" creationId="{EC4A0747-7244-A44A-6857-44C93E17925E}"/>
          </ac:spMkLst>
        </pc:spChg>
        <pc:spChg chg="del">
          <ac:chgData name="Lombardo, Jason" userId="12364b8c-6ebb-4973-b9ec-1e299c6108a8" providerId="ADAL" clId="{B00F9C14-2B2D-5D0C-A707-170682C8D066}" dt="2026-01-21T15:30:56.695" v="1367" actId="478"/>
          <ac:spMkLst>
            <pc:docMk/>
            <pc:sldMk cId="166781970" sldId="260"/>
            <ac:spMk id="17" creationId="{6560408B-F64C-DAEB-F82D-7754E672ED31}"/>
          </ac:spMkLst>
        </pc:spChg>
        <pc:spChg chg="del">
          <ac:chgData name="Lombardo, Jason" userId="12364b8c-6ebb-4973-b9ec-1e299c6108a8" providerId="ADAL" clId="{B00F9C14-2B2D-5D0C-A707-170682C8D066}" dt="2026-01-21T15:30:56.695" v="1367" actId="478"/>
          <ac:spMkLst>
            <pc:docMk/>
            <pc:sldMk cId="166781970" sldId="260"/>
            <ac:spMk id="21" creationId="{1CD97C8B-986D-7501-A594-935D30DD2859}"/>
          </ac:spMkLst>
        </pc:spChg>
        <pc:spChg chg="del">
          <ac:chgData name="Lombardo, Jason" userId="12364b8c-6ebb-4973-b9ec-1e299c6108a8" providerId="ADAL" clId="{B00F9C14-2B2D-5D0C-A707-170682C8D066}" dt="2026-01-21T15:30:56.695" v="1367" actId="478"/>
          <ac:spMkLst>
            <pc:docMk/>
            <pc:sldMk cId="166781970" sldId="260"/>
            <ac:spMk id="27" creationId="{0B0A9F19-A213-B796-F4D2-F2279AA340B5}"/>
          </ac:spMkLst>
        </pc:spChg>
        <pc:spChg chg="del">
          <ac:chgData name="Lombardo, Jason" userId="12364b8c-6ebb-4973-b9ec-1e299c6108a8" providerId="ADAL" clId="{B00F9C14-2B2D-5D0C-A707-170682C8D066}" dt="2026-01-21T15:30:56.695" v="1367" actId="478"/>
          <ac:spMkLst>
            <pc:docMk/>
            <pc:sldMk cId="166781970" sldId="260"/>
            <ac:spMk id="29" creationId="{6FAC030C-C350-4691-D1C9-E16FDB92A4C0}"/>
          </ac:spMkLst>
        </pc:spChg>
        <pc:spChg chg="del">
          <ac:chgData name="Lombardo, Jason" userId="12364b8c-6ebb-4973-b9ec-1e299c6108a8" providerId="ADAL" clId="{B00F9C14-2B2D-5D0C-A707-170682C8D066}" dt="2026-01-21T15:30:56.695" v="1367" actId="478"/>
          <ac:spMkLst>
            <pc:docMk/>
            <pc:sldMk cId="166781970" sldId="260"/>
            <ac:spMk id="34" creationId="{A1B6049F-7423-E39E-8289-D34E31AE799E}"/>
          </ac:spMkLst>
        </pc:spChg>
        <pc:spChg chg="del">
          <ac:chgData name="Lombardo, Jason" userId="12364b8c-6ebb-4973-b9ec-1e299c6108a8" providerId="ADAL" clId="{B00F9C14-2B2D-5D0C-A707-170682C8D066}" dt="2026-01-21T15:30:56.695" v="1367" actId="478"/>
          <ac:spMkLst>
            <pc:docMk/>
            <pc:sldMk cId="166781970" sldId="260"/>
            <ac:spMk id="35" creationId="{4518611A-4C06-9393-A4A7-919A2C4C0C0F}"/>
          </ac:spMkLst>
        </pc:spChg>
        <pc:spChg chg="del">
          <ac:chgData name="Lombardo, Jason" userId="12364b8c-6ebb-4973-b9ec-1e299c6108a8" providerId="ADAL" clId="{B00F9C14-2B2D-5D0C-A707-170682C8D066}" dt="2026-01-21T15:30:56.695" v="1367" actId="478"/>
          <ac:spMkLst>
            <pc:docMk/>
            <pc:sldMk cId="166781970" sldId="260"/>
            <ac:spMk id="39" creationId="{E52BD0B1-2777-4F9D-80C3-E93BC1EA2763}"/>
          </ac:spMkLst>
        </pc:spChg>
        <pc:spChg chg="del">
          <ac:chgData name="Lombardo, Jason" userId="12364b8c-6ebb-4973-b9ec-1e299c6108a8" providerId="ADAL" clId="{B00F9C14-2B2D-5D0C-A707-170682C8D066}" dt="2026-01-21T15:30:56.695" v="1367" actId="478"/>
          <ac:spMkLst>
            <pc:docMk/>
            <pc:sldMk cId="166781970" sldId="260"/>
            <ac:spMk id="46" creationId="{008668F7-F4B1-7E51-FE50-ED106B37E746}"/>
          </ac:spMkLst>
        </pc:spChg>
        <pc:spChg chg="add mod">
          <ac:chgData name="Lombardo, Jason" userId="12364b8c-6ebb-4973-b9ec-1e299c6108a8" providerId="ADAL" clId="{B00F9C14-2B2D-5D0C-A707-170682C8D066}" dt="2026-01-21T15:30:57.192" v="1368"/>
          <ac:spMkLst>
            <pc:docMk/>
            <pc:sldMk cId="166781970" sldId="260"/>
            <ac:spMk id="48" creationId="{8CAF6330-6105-45F6-AD65-13B05EAAACDE}"/>
          </ac:spMkLst>
        </pc:spChg>
        <pc:spChg chg="mod">
          <ac:chgData name="Lombardo, Jason" userId="12364b8c-6ebb-4973-b9ec-1e299c6108a8" providerId="ADAL" clId="{B00F9C14-2B2D-5D0C-A707-170682C8D066}" dt="2026-01-21T15:31:07.285" v="1383" actId="1038"/>
          <ac:spMkLst>
            <pc:docMk/>
            <pc:sldMk cId="166781970" sldId="260"/>
            <ac:spMk id="51" creationId="{DA4B8C7A-BB60-090C-8DA3-AF1E1F933091}"/>
          </ac:spMkLst>
        </pc:spChg>
        <pc:spChg chg="del">
          <ac:chgData name="Lombardo, Jason" userId="12364b8c-6ebb-4973-b9ec-1e299c6108a8" providerId="ADAL" clId="{B00F9C14-2B2D-5D0C-A707-170682C8D066}" dt="2026-01-21T15:30:56.695" v="1367" actId="478"/>
          <ac:spMkLst>
            <pc:docMk/>
            <pc:sldMk cId="166781970" sldId="260"/>
            <ac:spMk id="52" creationId="{7CBB76A8-84EE-BF1D-7CD0-D0898CE13AA0}"/>
          </ac:spMkLst>
        </pc:spChg>
        <pc:spChg chg="add mod">
          <ac:chgData name="Lombardo, Jason" userId="12364b8c-6ebb-4973-b9ec-1e299c6108a8" providerId="ADAL" clId="{B00F9C14-2B2D-5D0C-A707-170682C8D066}" dt="2026-01-21T15:30:57.192" v="1368"/>
          <ac:spMkLst>
            <pc:docMk/>
            <pc:sldMk cId="166781970" sldId="260"/>
            <ac:spMk id="54" creationId="{018ADF43-B88D-A7DF-8B3C-711D86ED50BE}"/>
          </ac:spMkLst>
        </pc:spChg>
        <pc:spChg chg="add mod">
          <ac:chgData name="Lombardo, Jason" userId="12364b8c-6ebb-4973-b9ec-1e299c6108a8" providerId="ADAL" clId="{B00F9C14-2B2D-5D0C-A707-170682C8D066}" dt="2026-01-21T15:30:57.192" v="1368"/>
          <ac:spMkLst>
            <pc:docMk/>
            <pc:sldMk cId="166781970" sldId="260"/>
            <ac:spMk id="57" creationId="{02DD090E-3CE9-1645-53D4-41490F745BFA}"/>
          </ac:spMkLst>
        </pc:spChg>
        <pc:spChg chg="add mod">
          <ac:chgData name="Lombardo, Jason" userId="12364b8c-6ebb-4973-b9ec-1e299c6108a8" providerId="ADAL" clId="{B00F9C14-2B2D-5D0C-A707-170682C8D066}" dt="2026-01-21T15:30:57.192" v="1368"/>
          <ac:spMkLst>
            <pc:docMk/>
            <pc:sldMk cId="166781970" sldId="260"/>
            <ac:spMk id="59" creationId="{01DC3472-4D24-146D-AA8B-D5AF215FC783}"/>
          </ac:spMkLst>
        </pc:spChg>
        <pc:spChg chg="add mod">
          <ac:chgData name="Lombardo, Jason" userId="12364b8c-6ebb-4973-b9ec-1e299c6108a8" providerId="ADAL" clId="{B00F9C14-2B2D-5D0C-A707-170682C8D066}" dt="2026-01-21T15:30:57.192" v="1368"/>
          <ac:spMkLst>
            <pc:docMk/>
            <pc:sldMk cId="166781970" sldId="260"/>
            <ac:spMk id="64" creationId="{A030460D-8CC3-00BA-9D3A-01CAFC85EA67}"/>
          </ac:spMkLst>
        </pc:spChg>
        <pc:spChg chg="add mod">
          <ac:chgData name="Lombardo, Jason" userId="12364b8c-6ebb-4973-b9ec-1e299c6108a8" providerId="ADAL" clId="{B00F9C14-2B2D-5D0C-A707-170682C8D066}" dt="2026-01-21T15:30:57.192" v="1368"/>
          <ac:spMkLst>
            <pc:docMk/>
            <pc:sldMk cId="166781970" sldId="260"/>
            <ac:spMk id="66" creationId="{E3760F86-A19F-E23E-FD22-EA201F14E62D}"/>
          </ac:spMkLst>
        </pc:spChg>
        <pc:spChg chg="mod">
          <ac:chgData name="Lombardo, Jason" userId="12364b8c-6ebb-4973-b9ec-1e299c6108a8" providerId="ADAL" clId="{B00F9C14-2B2D-5D0C-A707-170682C8D066}" dt="2026-01-21T15:35:00.035" v="1389" actId="20577"/>
          <ac:spMkLst>
            <pc:docMk/>
            <pc:sldMk cId="166781970" sldId="260"/>
            <ac:spMk id="70" creationId="{8148BE6F-13E1-BA9E-B4EF-A38AE87CB577}"/>
          </ac:spMkLst>
        </pc:spChg>
        <pc:spChg chg="add mod">
          <ac:chgData name="Lombardo, Jason" userId="12364b8c-6ebb-4973-b9ec-1e299c6108a8" providerId="ADAL" clId="{B00F9C14-2B2D-5D0C-A707-170682C8D066}" dt="2026-01-21T15:30:57.192" v="1368"/>
          <ac:spMkLst>
            <pc:docMk/>
            <pc:sldMk cId="166781970" sldId="260"/>
            <ac:spMk id="72" creationId="{56CA2B45-5C43-EB7B-EA5D-07EB8CF90B81}"/>
          </ac:spMkLst>
        </pc:spChg>
      </pc:sldChg>
      <pc:sldChg chg="modSp mod">
        <pc:chgData name="Lombardo, Jason" userId="12364b8c-6ebb-4973-b9ec-1e299c6108a8" providerId="ADAL" clId="{B00F9C14-2B2D-5D0C-A707-170682C8D066}" dt="2026-01-21T15:11:14.051" v="1244" actId="20577"/>
        <pc:sldMkLst>
          <pc:docMk/>
          <pc:sldMk cId="3780708115" sldId="262"/>
        </pc:sldMkLst>
        <pc:spChg chg="mod">
          <ac:chgData name="Lombardo, Jason" userId="12364b8c-6ebb-4973-b9ec-1e299c6108a8" providerId="ADAL" clId="{B00F9C14-2B2D-5D0C-A707-170682C8D066}" dt="2026-01-21T15:11:14.051" v="1244" actId="20577"/>
          <ac:spMkLst>
            <pc:docMk/>
            <pc:sldMk cId="3780708115" sldId="262"/>
            <ac:spMk id="55" creationId="{AADDB2C7-17B3-E497-BAE4-345AD97CD42F}"/>
          </ac:spMkLst>
        </pc:spChg>
      </pc:sldChg>
      <pc:sldChg chg="addSp delSp modSp add del mod">
        <pc:chgData name="Lombardo, Jason" userId="12364b8c-6ebb-4973-b9ec-1e299c6108a8" providerId="ADAL" clId="{B00F9C14-2B2D-5D0C-A707-170682C8D066}" dt="2026-01-21T15:35:04.518" v="1390" actId="2696"/>
        <pc:sldMkLst>
          <pc:docMk/>
          <pc:sldMk cId="751156665" sldId="264"/>
        </pc:sldMkLst>
        <pc:spChg chg="add mod">
          <ac:chgData name="Lombardo, Jason" userId="12364b8c-6ebb-4973-b9ec-1e299c6108a8" providerId="ADAL" clId="{B00F9C14-2B2D-5D0C-A707-170682C8D066}" dt="2026-01-21T15:12:48.380" v="1288" actId="1076"/>
          <ac:spMkLst>
            <pc:docMk/>
            <pc:sldMk cId="751156665" sldId="264"/>
            <ac:spMk id="6" creationId="{4EF19508-1B0F-6535-DF83-82DBCCD283A8}"/>
          </ac:spMkLst>
        </pc:spChg>
        <pc:spChg chg="add mod">
          <ac:chgData name="Lombardo, Jason" userId="12364b8c-6ebb-4973-b9ec-1e299c6108a8" providerId="ADAL" clId="{B00F9C14-2B2D-5D0C-A707-170682C8D066}" dt="2026-01-21T15:30:48.663" v="1366" actId="1076"/>
          <ac:spMkLst>
            <pc:docMk/>
            <pc:sldMk cId="751156665" sldId="264"/>
            <ac:spMk id="7" creationId="{B8856A92-A4B5-0CAA-16E4-14674E8D1CE9}"/>
          </ac:spMkLst>
        </pc:spChg>
        <pc:spChg chg="mod">
          <ac:chgData name="Lombardo, Jason" userId="12364b8c-6ebb-4973-b9ec-1e299c6108a8" providerId="ADAL" clId="{B00F9C14-2B2D-5D0C-A707-170682C8D066}" dt="2026-01-21T15:13:09.099" v="1296" actId="14100"/>
          <ac:spMkLst>
            <pc:docMk/>
            <pc:sldMk cId="751156665" sldId="264"/>
            <ac:spMk id="15" creationId="{D53DC643-678F-1F82-3498-D4C6A0FDB1E0}"/>
          </ac:spMkLst>
        </pc:spChg>
        <pc:spChg chg="mod">
          <ac:chgData name="Lombardo, Jason" userId="12364b8c-6ebb-4973-b9ec-1e299c6108a8" providerId="ADAL" clId="{B00F9C14-2B2D-5D0C-A707-170682C8D066}" dt="2026-01-21T15:24:49.275" v="1353" actId="14100"/>
          <ac:spMkLst>
            <pc:docMk/>
            <pc:sldMk cId="751156665" sldId="264"/>
            <ac:spMk id="22" creationId="{A885EE04-0804-A622-5D23-2D33CFF88F7C}"/>
          </ac:spMkLst>
        </pc:spChg>
        <pc:spChg chg="del">
          <ac:chgData name="Lombardo, Jason" userId="12364b8c-6ebb-4973-b9ec-1e299c6108a8" providerId="ADAL" clId="{B00F9C14-2B2D-5D0C-A707-170682C8D066}" dt="2026-01-21T15:23:13.085" v="1350" actId="478"/>
          <ac:spMkLst>
            <pc:docMk/>
            <pc:sldMk cId="751156665" sldId="264"/>
            <ac:spMk id="23" creationId="{ED268197-FB14-1481-0395-67D15A5342F5}"/>
          </ac:spMkLst>
        </pc:spChg>
        <pc:spChg chg="del">
          <ac:chgData name="Lombardo, Jason" userId="12364b8c-6ebb-4973-b9ec-1e299c6108a8" providerId="ADAL" clId="{B00F9C14-2B2D-5D0C-A707-170682C8D066}" dt="2026-01-21T15:23:09.257" v="1349" actId="478"/>
          <ac:spMkLst>
            <pc:docMk/>
            <pc:sldMk cId="751156665" sldId="264"/>
            <ac:spMk id="24" creationId="{6CC2FB8F-9669-E205-CA31-194E486FC8A7}"/>
          </ac:spMkLst>
        </pc:spChg>
        <pc:spChg chg="mod">
          <ac:chgData name="Lombardo, Jason" userId="12364b8c-6ebb-4973-b9ec-1e299c6108a8" providerId="ADAL" clId="{B00F9C14-2B2D-5D0C-A707-170682C8D066}" dt="2026-01-21T15:28:17.235" v="1358" actId="6549"/>
          <ac:spMkLst>
            <pc:docMk/>
            <pc:sldMk cId="751156665" sldId="264"/>
            <ac:spMk id="26" creationId="{CD540301-46A7-8EC3-D438-66C4E4A7C026}"/>
          </ac:spMkLst>
        </pc:spChg>
        <pc:spChg chg="mod">
          <ac:chgData name="Lombardo, Jason" userId="12364b8c-6ebb-4973-b9ec-1e299c6108a8" providerId="ADAL" clId="{B00F9C14-2B2D-5D0C-A707-170682C8D066}" dt="2026-01-21T15:28:19.185" v="1359" actId="6549"/>
          <ac:spMkLst>
            <pc:docMk/>
            <pc:sldMk cId="751156665" sldId="264"/>
            <ac:spMk id="27" creationId="{E065809E-7F11-09A8-959B-336E4D6EB60F}"/>
          </ac:spMkLst>
        </pc:spChg>
        <pc:spChg chg="mod">
          <ac:chgData name="Lombardo, Jason" userId="12364b8c-6ebb-4973-b9ec-1e299c6108a8" providerId="ADAL" clId="{B00F9C14-2B2D-5D0C-A707-170682C8D066}" dt="2026-01-21T15:28:24.162" v="1360" actId="20577"/>
          <ac:spMkLst>
            <pc:docMk/>
            <pc:sldMk cId="751156665" sldId="264"/>
            <ac:spMk id="29" creationId="{54AF63BD-B0A7-791C-EEB1-1AE673AF2B3E}"/>
          </ac:spMkLst>
        </pc:spChg>
        <pc:spChg chg="mod">
          <ac:chgData name="Lombardo, Jason" userId="12364b8c-6ebb-4973-b9ec-1e299c6108a8" providerId="ADAL" clId="{B00F9C14-2B2D-5D0C-A707-170682C8D066}" dt="2026-01-21T15:28:25.642" v="1361" actId="6549"/>
          <ac:spMkLst>
            <pc:docMk/>
            <pc:sldMk cId="751156665" sldId="264"/>
            <ac:spMk id="30" creationId="{825DD03E-A45E-DC0E-1546-833DA7374A3C}"/>
          </ac:spMkLst>
        </pc:spChg>
        <pc:spChg chg="mod">
          <ac:chgData name="Lombardo, Jason" userId="12364b8c-6ebb-4973-b9ec-1e299c6108a8" providerId="ADAL" clId="{B00F9C14-2B2D-5D0C-A707-170682C8D066}" dt="2026-01-21T15:28:28.141" v="1363" actId="20577"/>
          <ac:spMkLst>
            <pc:docMk/>
            <pc:sldMk cId="751156665" sldId="264"/>
            <ac:spMk id="32" creationId="{2637F5D4-D85B-8393-E91E-8EF687A29433}"/>
          </ac:spMkLst>
        </pc:spChg>
        <pc:spChg chg="mod">
          <ac:chgData name="Lombardo, Jason" userId="12364b8c-6ebb-4973-b9ec-1e299c6108a8" providerId="ADAL" clId="{B00F9C14-2B2D-5D0C-A707-170682C8D066}" dt="2026-01-21T15:28:27.100" v="1362" actId="6549"/>
          <ac:spMkLst>
            <pc:docMk/>
            <pc:sldMk cId="751156665" sldId="264"/>
            <ac:spMk id="33" creationId="{0E8D8BD5-E78F-8F00-E10A-70079BFFAF6A}"/>
          </ac:spMkLst>
        </pc:spChg>
        <pc:spChg chg="mod">
          <ac:chgData name="Lombardo, Jason" userId="12364b8c-6ebb-4973-b9ec-1e299c6108a8" providerId="ADAL" clId="{B00F9C14-2B2D-5D0C-A707-170682C8D066}" dt="2026-01-21T15:14:26.516" v="1328" actId="1037"/>
          <ac:spMkLst>
            <pc:docMk/>
            <pc:sldMk cId="751156665" sldId="264"/>
            <ac:spMk id="36" creationId="{610E861E-C93F-AB31-6974-97E0F758E7AB}"/>
          </ac:spMkLst>
        </pc:spChg>
        <pc:spChg chg="mod">
          <ac:chgData name="Lombardo, Jason" userId="12364b8c-6ebb-4973-b9ec-1e299c6108a8" providerId="ADAL" clId="{B00F9C14-2B2D-5D0C-A707-170682C8D066}" dt="2026-01-21T15:14:49.771" v="1344" actId="1037"/>
          <ac:spMkLst>
            <pc:docMk/>
            <pc:sldMk cId="751156665" sldId="264"/>
            <ac:spMk id="38" creationId="{9CA7BC29-B919-4328-5DD7-54423A0A47DA}"/>
          </ac:spMkLst>
        </pc:spChg>
        <pc:spChg chg="mod">
          <ac:chgData name="Lombardo, Jason" userId="12364b8c-6ebb-4973-b9ec-1e299c6108a8" providerId="ADAL" clId="{B00F9C14-2B2D-5D0C-A707-170682C8D066}" dt="2026-01-21T15:14:49.771" v="1344" actId="1037"/>
          <ac:spMkLst>
            <pc:docMk/>
            <pc:sldMk cId="751156665" sldId="264"/>
            <ac:spMk id="39" creationId="{21A87AAC-057E-A640-C7E4-5522EC55A432}"/>
          </ac:spMkLst>
        </pc:spChg>
        <pc:spChg chg="mod">
          <ac:chgData name="Lombardo, Jason" userId="12364b8c-6ebb-4973-b9ec-1e299c6108a8" providerId="ADAL" clId="{B00F9C14-2B2D-5D0C-A707-170682C8D066}" dt="2026-01-21T15:14:07.397" v="1300" actId="554"/>
          <ac:spMkLst>
            <pc:docMk/>
            <pc:sldMk cId="751156665" sldId="264"/>
            <ac:spMk id="43" creationId="{4EB2EF64-D3D0-4E2C-FD60-36E356716351}"/>
          </ac:spMkLst>
        </pc:spChg>
        <pc:spChg chg="mod">
          <ac:chgData name="Lombardo, Jason" userId="12364b8c-6ebb-4973-b9ec-1e299c6108a8" providerId="ADAL" clId="{B00F9C14-2B2D-5D0C-A707-170682C8D066}" dt="2026-01-21T15:14:07.397" v="1300" actId="554"/>
          <ac:spMkLst>
            <pc:docMk/>
            <pc:sldMk cId="751156665" sldId="264"/>
            <ac:spMk id="46" creationId="{D077AE6C-D150-1848-3D1C-4514A0539855}"/>
          </ac:spMkLst>
        </pc:spChg>
        <pc:spChg chg="del">
          <ac:chgData name="Lombardo, Jason" userId="12364b8c-6ebb-4973-b9ec-1e299c6108a8" providerId="ADAL" clId="{B00F9C14-2B2D-5D0C-A707-170682C8D066}" dt="2026-01-21T15:12:30.411" v="1246" actId="478"/>
          <ac:spMkLst>
            <pc:docMk/>
            <pc:sldMk cId="751156665" sldId="264"/>
            <ac:spMk id="49" creationId="{F123BCFE-0B65-A930-0184-9EEA2D4EDFA2}"/>
          </ac:spMkLst>
        </pc:spChg>
        <pc:spChg chg="del">
          <ac:chgData name="Lombardo, Jason" userId="12364b8c-6ebb-4973-b9ec-1e299c6108a8" providerId="ADAL" clId="{B00F9C14-2B2D-5D0C-A707-170682C8D066}" dt="2026-01-21T15:12:31.755" v="1247" actId="478"/>
          <ac:spMkLst>
            <pc:docMk/>
            <pc:sldMk cId="751156665" sldId="264"/>
            <ac:spMk id="50" creationId="{FFDBC8BC-83AD-53ED-03A7-6C20E694157C}"/>
          </ac:spMkLst>
        </pc:spChg>
        <pc:spChg chg="del">
          <ac:chgData name="Lombardo, Jason" userId="12364b8c-6ebb-4973-b9ec-1e299c6108a8" providerId="ADAL" clId="{B00F9C14-2B2D-5D0C-A707-170682C8D066}" dt="2026-01-21T15:12:32.594" v="1248" actId="478"/>
          <ac:spMkLst>
            <pc:docMk/>
            <pc:sldMk cId="751156665" sldId="264"/>
            <ac:spMk id="51" creationId="{A714814F-B59C-623E-5151-EDCB56D793B1}"/>
          </ac:spMkLst>
        </pc:spChg>
        <pc:spChg chg="mod">
          <ac:chgData name="Lombardo, Jason" userId="12364b8c-6ebb-4973-b9ec-1e299c6108a8" providerId="ADAL" clId="{B00F9C14-2B2D-5D0C-A707-170682C8D066}" dt="2026-01-21T15:14:32.052" v="1341" actId="1037"/>
          <ac:spMkLst>
            <pc:docMk/>
            <pc:sldMk cId="751156665" sldId="264"/>
            <ac:spMk id="53" creationId="{9A2C6059-7680-339F-7C06-61D975C868DA}"/>
          </ac:spMkLst>
        </pc:spChg>
        <pc:picChg chg="mod">
          <ac:chgData name="Lombardo, Jason" userId="12364b8c-6ebb-4973-b9ec-1e299c6108a8" providerId="ADAL" clId="{B00F9C14-2B2D-5D0C-A707-170682C8D066}" dt="2026-01-21T15:14:32.052" v="1341" actId="1037"/>
          <ac:picMkLst>
            <pc:docMk/>
            <pc:sldMk cId="751156665" sldId="264"/>
            <ac:picMk id="47" creationId="{B15F8AFA-37C8-9913-D941-32AD7FEE45F2}"/>
          </ac:picMkLst>
        </pc:picChg>
        <pc:picChg chg="add del mod">
          <ac:chgData name="Lombardo, Jason" userId="12364b8c-6ebb-4973-b9ec-1e299c6108a8" providerId="ADAL" clId="{B00F9C14-2B2D-5D0C-A707-170682C8D066}" dt="2026-01-21T15:30:43.433" v="1364" actId="478"/>
          <ac:picMkLst>
            <pc:docMk/>
            <pc:sldMk cId="751156665" sldId="264"/>
            <ac:picMk id="1026" creationId="{38EE6DEC-57FD-FBEC-EF06-8E7BE593CCEE}"/>
          </ac:picMkLst>
        </pc:picChg>
      </pc:sldChg>
      <pc:sldChg chg="modSp mod">
        <pc:chgData name="Lombardo, Jason" userId="12364b8c-6ebb-4973-b9ec-1e299c6108a8" providerId="ADAL" clId="{B00F9C14-2B2D-5D0C-A707-170682C8D066}" dt="2026-01-21T15:20:22.741" v="1348" actId="20577"/>
        <pc:sldMkLst>
          <pc:docMk/>
          <pc:sldMk cId="1229546689" sldId="284"/>
        </pc:sldMkLst>
        <pc:spChg chg="mod">
          <ac:chgData name="Lombardo, Jason" userId="12364b8c-6ebb-4973-b9ec-1e299c6108a8" providerId="ADAL" clId="{B00F9C14-2B2D-5D0C-A707-170682C8D066}" dt="2026-01-21T15:20:22.741" v="1348" actId="20577"/>
          <ac:spMkLst>
            <pc:docMk/>
            <pc:sldMk cId="1229546689" sldId="284"/>
            <ac:spMk id="5" creationId="{D91E8904-AC85-95D3-A4B4-174F300B4B13}"/>
          </ac:spMkLst>
        </pc:spChg>
      </pc:sldChg>
    </pc:docChg>
  </pc:docChgLst>
  <pc:docChgLst>
    <pc:chgData name="Lombardo, Jason" userId="S::jason.lombardo@oliverwyman.com::12364b8c-6ebb-4973-b9ec-1e299c6108a8" providerId="AD" clId="Web-{5BFBA57A-AF02-7021-08AE-961086CCE484}"/>
    <pc:docChg chg="modSld">
      <pc:chgData name="Lombardo, Jason" userId="S::jason.lombardo@oliverwyman.com::12364b8c-6ebb-4973-b9ec-1e299c6108a8" providerId="AD" clId="Web-{5BFBA57A-AF02-7021-08AE-961086CCE484}" dt="2026-01-22T16:56:23.197" v="192"/>
      <pc:docMkLst>
        <pc:docMk/>
      </pc:docMkLst>
      <pc:sldChg chg="addSp modSp">
        <pc:chgData name="Lombardo, Jason" userId="S::jason.lombardo@oliverwyman.com::12364b8c-6ebb-4973-b9ec-1e299c6108a8" providerId="AD" clId="Web-{5BFBA57A-AF02-7021-08AE-961086CCE484}" dt="2026-01-21T22:43:44.507" v="174" actId="1076"/>
        <pc:sldMkLst>
          <pc:docMk/>
          <pc:sldMk cId="2928823437" sldId="257"/>
        </pc:sldMkLst>
        <pc:spChg chg="mod">
          <ac:chgData name="Lombardo, Jason" userId="S::jason.lombardo@oliverwyman.com::12364b8c-6ebb-4973-b9ec-1e299c6108a8" providerId="AD" clId="Web-{5BFBA57A-AF02-7021-08AE-961086CCE484}" dt="2026-01-21T22:42:47.037" v="170" actId="1076"/>
          <ac:spMkLst>
            <pc:docMk/>
            <pc:sldMk cId="2928823437" sldId="257"/>
            <ac:spMk id="12" creationId="{84FA3678-069B-751B-BAD6-AD9E5C5F8EF7}"/>
          </ac:spMkLst>
        </pc:spChg>
        <pc:spChg chg="mod">
          <ac:chgData name="Lombardo, Jason" userId="S::jason.lombardo@oliverwyman.com::12364b8c-6ebb-4973-b9ec-1e299c6108a8" providerId="AD" clId="Web-{5BFBA57A-AF02-7021-08AE-961086CCE484}" dt="2026-01-21T22:43:23.476" v="172" actId="1076"/>
          <ac:spMkLst>
            <pc:docMk/>
            <pc:sldMk cId="2928823437" sldId="257"/>
            <ac:spMk id="49" creationId="{C5468115-DF44-B736-C3D3-4B6DF6A7869C}"/>
          </ac:spMkLst>
        </pc:spChg>
        <pc:spChg chg="mod">
          <ac:chgData name="Lombardo, Jason" userId="S::jason.lombardo@oliverwyman.com::12364b8c-6ebb-4973-b9ec-1e299c6108a8" providerId="AD" clId="Web-{5BFBA57A-AF02-7021-08AE-961086CCE484}" dt="2026-01-21T22:43:23.444" v="171" actId="1076"/>
          <ac:spMkLst>
            <pc:docMk/>
            <pc:sldMk cId="2928823437" sldId="257"/>
            <ac:spMk id="68" creationId="{52BF0AE4-FA8E-FA33-E04C-1D29A115BFFD}"/>
          </ac:spMkLst>
        </pc:spChg>
        <pc:picChg chg="add mod">
          <ac:chgData name="Lombardo, Jason" userId="S::jason.lombardo@oliverwyman.com::12364b8c-6ebb-4973-b9ec-1e299c6108a8" providerId="AD" clId="Web-{5BFBA57A-AF02-7021-08AE-961086CCE484}" dt="2026-01-21T22:43:44.507" v="174" actId="1076"/>
          <ac:picMkLst>
            <pc:docMk/>
            <pc:sldMk cId="2928823437" sldId="257"/>
            <ac:picMk id="5" creationId="{019C5261-1DF7-20E3-482B-8FF6B4B0B3DF}"/>
          </ac:picMkLst>
        </pc:picChg>
      </pc:sldChg>
      <pc:sldChg chg="modSp modCm">
        <pc:chgData name="Lombardo, Jason" userId="S::jason.lombardo@oliverwyman.com::12364b8c-6ebb-4973-b9ec-1e299c6108a8" providerId="AD" clId="Web-{5BFBA57A-AF02-7021-08AE-961086CCE484}" dt="2026-01-22T16:56:23.197" v="192"/>
        <pc:sldMkLst>
          <pc:docMk/>
          <pc:sldMk cId="440314001" sldId="261"/>
        </pc:sldMkLst>
        <pc:graphicFrameChg chg="mod modGraphic">
          <ac:chgData name="Lombardo, Jason" userId="S::jason.lombardo@oliverwyman.com::12364b8c-6ebb-4973-b9ec-1e299c6108a8" providerId="AD" clId="Web-{5BFBA57A-AF02-7021-08AE-961086CCE484}" dt="2026-01-22T16:56:23.197" v="192"/>
          <ac:graphicFrameMkLst>
            <pc:docMk/>
            <pc:sldMk cId="440314001" sldId="261"/>
            <ac:graphicFrameMk id="4" creationId="{F84A7ED1-6796-7E1C-D0A0-04D2B9213C46}"/>
          </ac:graphicFrameMkLst>
        </pc:graphicFrame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Lombardo, Jason" userId="S::jason.lombardo@oliverwyman.com::12364b8c-6ebb-4973-b9ec-1e299c6108a8" providerId="AD" clId="Web-{5BFBA57A-AF02-7021-08AE-961086CCE484}" dt="2026-01-21T22:39:43.250" v="166"/>
              <pc2:cmMkLst xmlns:pc2="http://schemas.microsoft.com/office/powerpoint/2019/9/main/command">
                <pc:docMk/>
                <pc:sldMk cId="440314001" sldId="261"/>
                <pc2:cmMk id="{49FD854C-B96D-4327-BFEE-4E84DBA90928}"/>
              </pc2:cmMkLst>
            </pc226:cmChg>
          </p:ext>
        </pc:extLst>
      </pc:sldChg>
    </pc:docChg>
  </pc:docChgLst>
  <pc:docChgLst>
    <pc:chgData name="Resch, Courtney" userId="77157485-4c7e-4887-a28b-ab26ec92fd64" providerId="ADAL" clId="{4B9800D5-902A-4594-B2F9-8D3DD7450094}"/>
    <pc:docChg chg="undo custSel addSld modSld modSection">
      <pc:chgData name="Resch, Courtney" userId="77157485-4c7e-4887-a28b-ab26ec92fd64" providerId="ADAL" clId="{4B9800D5-902A-4594-B2F9-8D3DD7450094}" dt="2026-01-22T16:41:09.651" v="1129" actId="20577"/>
      <pc:docMkLst>
        <pc:docMk/>
      </pc:docMkLst>
      <pc:sldChg chg="modSp mod">
        <pc:chgData name="Resch, Courtney" userId="77157485-4c7e-4887-a28b-ab26ec92fd64" providerId="ADAL" clId="{4B9800D5-902A-4594-B2F9-8D3DD7450094}" dt="2026-01-22T16:08:15.357" v="912" actId="20577"/>
        <pc:sldMkLst>
          <pc:docMk/>
          <pc:sldMk cId="2539179941" sldId="259"/>
        </pc:sldMkLst>
        <pc:spChg chg="mod">
          <ac:chgData name="Resch, Courtney" userId="77157485-4c7e-4887-a28b-ab26ec92fd64" providerId="ADAL" clId="{4B9800D5-902A-4594-B2F9-8D3DD7450094}" dt="2026-01-22T16:05:09.031" v="698" actId="948"/>
          <ac:spMkLst>
            <pc:docMk/>
            <pc:sldMk cId="2539179941" sldId="259"/>
            <ac:spMk id="3" creationId="{DCC3CF78-38AB-6CE3-BD0F-8ECBDAD06FF9}"/>
          </ac:spMkLst>
        </pc:spChg>
        <pc:spChg chg="mod">
          <ac:chgData name="Resch, Courtney" userId="77157485-4c7e-4887-a28b-ab26ec92fd64" providerId="ADAL" clId="{4B9800D5-902A-4594-B2F9-8D3DD7450094}" dt="2026-01-22T16:08:15.357" v="912" actId="20577"/>
          <ac:spMkLst>
            <pc:docMk/>
            <pc:sldMk cId="2539179941" sldId="259"/>
            <ac:spMk id="7" creationId="{E1CC6017-57EF-C9E7-7305-8AE6E2A9B6A6}"/>
          </ac:spMkLst>
        </pc:spChg>
      </pc:sldChg>
      <pc:sldChg chg="addSp delSp modSp mod">
        <pc:chgData name="Resch, Courtney" userId="77157485-4c7e-4887-a28b-ab26ec92fd64" providerId="ADAL" clId="{4B9800D5-902A-4594-B2F9-8D3DD7450094}" dt="2026-01-22T16:00:53.288" v="667" actId="14100"/>
        <pc:sldMkLst>
          <pc:docMk/>
          <pc:sldMk cId="58299443" sldId="265"/>
        </pc:sldMkLst>
        <pc:spChg chg="mod">
          <ac:chgData name="Resch, Courtney" userId="77157485-4c7e-4887-a28b-ab26ec92fd64" providerId="ADAL" clId="{4B9800D5-902A-4594-B2F9-8D3DD7450094}" dt="2026-01-22T15:59:30.236" v="410" actId="948"/>
          <ac:spMkLst>
            <pc:docMk/>
            <pc:sldMk cId="58299443" sldId="265"/>
            <ac:spMk id="2" creationId="{FA28403E-0005-3982-85B8-412F70580896}"/>
          </ac:spMkLst>
        </pc:spChg>
        <pc:spChg chg="add del mod">
          <ac:chgData name="Resch, Courtney" userId="77157485-4c7e-4887-a28b-ab26ec92fd64" providerId="ADAL" clId="{4B9800D5-902A-4594-B2F9-8D3DD7450094}" dt="2026-01-22T16:00:38.168" v="663"/>
          <ac:spMkLst>
            <pc:docMk/>
            <pc:sldMk cId="58299443" sldId="265"/>
            <ac:spMk id="4" creationId="{FB368AF3-3636-2F75-2412-87F052B85994}"/>
          </ac:spMkLst>
        </pc:spChg>
        <pc:spChg chg="add del mod modVis">
          <ac:chgData name="Resch, Courtney" userId="77157485-4c7e-4887-a28b-ab26ec92fd64" providerId="ADAL" clId="{4B9800D5-902A-4594-B2F9-8D3DD7450094}" dt="2026-01-22T15:58:54.512" v="225"/>
          <ac:spMkLst>
            <pc:docMk/>
            <pc:sldMk cId="58299443" sldId="265"/>
            <ac:spMk id="6" creationId="{A37CB9D0-DBDE-0954-F402-2F7847DC9388}"/>
          </ac:spMkLst>
        </pc:spChg>
        <pc:spChg chg="add del mod modVis">
          <ac:chgData name="Resch, Courtney" userId="77157485-4c7e-4887-a28b-ab26ec92fd64" providerId="ADAL" clId="{4B9800D5-902A-4594-B2F9-8D3DD7450094}" dt="2026-01-22T15:58:56.242" v="252"/>
          <ac:spMkLst>
            <pc:docMk/>
            <pc:sldMk cId="58299443" sldId="265"/>
            <ac:spMk id="7" creationId="{22276B43-C4E0-CBE5-804D-4E69057DC222}"/>
          </ac:spMkLst>
        </pc:spChg>
        <pc:spChg chg="add del mod modVis">
          <ac:chgData name="Resch, Courtney" userId="77157485-4c7e-4887-a28b-ab26ec92fd64" providerId="ADAL" clId="{4B9800D5-902A-4594-B2F9-8D3DD7450094}" dt="2026-01-22T15:59:15.317" v="287"/>
          <ac:spMkLst>
            <pc:docMk/>
            <pc:sldMk cId="58299443" sldId="265"/>
            <ac:spMk id="8" creationId="{1169C11C-310D-CA63-5511-7E8142275375}"/>
          </ac:spMkLst>
        </pc:spChg>
        <pc:spChg chg="add del mod modVis">
          <ac:chgData name="Resch, Courtney" userId="77157485-4c7e-4887-a28b-ab26ec92fd64" providerId="ADAL" clId="{4B9800D5-902A-4594-B2F9-8D3DD7450094}" dt="2026-01-22T15:59:19.238" v="315"/>
          <ac:spMkLst>
            <pc:docMk/>
            <pc:sldMk cId="58299443" sldId="265"/>
            <ac:spMk id="9" creationId="{041715C4-4F7E-2EC3-3BCD-DCEC6BD04F0A}"/>
          </ac:spMkLst>
        </pc:spChg>
        <pc:spChg chg="add del mod modVis">
          <ac:chgData name="Resch, Courtney" userId="77157485-4c7e-4887-a28b-ab26ec92fd64" providerId="ADAL" clId="{4B9800D5-902A-4594-B2F9-8D3DD7450094}" dt="2026-01-22T15:59:21.669" v="356"/>
          <ac:spMkLst>
            <pc:docMk/>
            <pc:sldMk cId="58299443" sldId="265"/>
            <ac:spMk id="10" creationId="{8CCDBB12-96F9-490C-72E8-86EA0A777A18}"/>
          </ac:spMkLst>
        </pc:spChg>
        <pc:spChg chg="add del mod modVis">
          <ac:chgData name="Resch, Courtney" userId="77157485-4c7e-4887-a28b-ab26ec92fd64" providerId="ADAL" clId="{4B9800D5-902A-4594-B2F9-8D3DD7450094}" dt="2026-01-22T15:59:26.755" v="406"/>
          <ac:spMkLst>
            <pc:docMk/>
            <pc:sldMk cId="58299443" sldId="265"/>
            <ac:spMk id="11" creationId="{001CBC65-0C3B-C2E9-CA86-A38DCFC88D49}"/>
          </ac:spMkLst>
        </pc:spChg>
        <pc:spChg chg="add del mod modVis">
          <ac:chgData name="Resch, Courtney" userId="77157485-4c7e-4887-a28b-ab26ec92fd64" providerId="ADAL" clId="{4B9800D5-902A-4594-B2F9-8D3DD7450094}" dt="2026-01-22T15:59:30.278" v="440"/>
          <ac:spMkLst>
            <pc:docMk/>
            <pc:sldMk cId="58299443" sldId="265"/>
            <ac:spMk id="12" creationId="{35FC02BD-6142-0A7D-4619-20F44BFDC9C2}"/>
          </ac:spMkLst>
        </pc:spChg>
        <pc:spChg chg="add del mod">
          <ac:chgData name="Resch, Courtney" userId="77157485-4c7e-4887-a28b-ab26ec92fd64" providerId="ADAL" clId="{4B9800D5-902A-4594-B2F9-8D3DD7450094}" dt="2026-01-22T16:00:35.984" v="623" actId="478"/>
          <ac:spMkLst>
            <pc:docMk/>
            <pc:sldMk cId="58299443" sldId="265"/>
            <ac:spMk id="13" creationId="{9551FC2F-CFB9-1B15-7D2A-BCEA04C8E1F1}"/>
          </ac:spMkLst>
        </pc:spChg>
        <pc:spChg chg="add mod">
          <ac:chgData name="Resch, Courtney" userId="77157485-4c7e-4887-a28b-ab26ec92fd64" providerId="ADAL" clId="{4B9800D5-902A-4594-B2F9-8D3DD7450094}" dt="2026-01-22T16:00:34.761" v="622"/>
          <ac:spMkLst>
            <pc:docMk/>
            <pc:sldMk cId="58299443" sldId="265"/>
            <ac:spMk id="14" creationId="{EFE8E719-BD84-EF50-F162-220CF34FC6CA}"/>
          </ac:spMkLst>
        </pc:spChg>
        <pc:spChg chg="add mod">
          <ac:chgData name="Resch, Courtney" userId="77157485-4c7e-4887-a28b-ab26ec92fd64" providerId="ADAL" clId="{4B9800D5-902A-4594-B2F9-8D3DD7450094}" dt="2026-01-22T16:00:53.288" v="667" actId="14100"/>
          <ac:spMkLst>
            <pc:docMk/>
            <pc:sldMk cId="58299443" sldId="265"/>
            <ac:spMk id="15" creationId="{1D31C9FB-E5BE-DA58-C1B0-1FB618802A1F}"/>
          </ac:spMkLst>
        </pc:spChg>
        <pc:graphicFrameChg chg="mod">
          <ac:chgData name="Resch, Courtney" userId="77157485-4c7e-4887-a28b-ab26ec92fd64" providerId="ADAL" clId="{4B9800D5-902A-4594-B2F9-8D3DD7450094}" dt="2026-01-22T15:59:30.280" v="442"/>
          <ac:graphicFrameMkLst>
            <pc:docMk/>
            <pc:sldMk cId="58299443" sldId="265"/>
            <ac:graphicFrameMk id="5" creationId="{701419EF-12F3-22E1-4C06-18B7891CD5A4}"/>
          </ac:graphicFrameMkLst>
        </pc:graphicFrameChg>
      </pc:sldChg>
      <pc:sldChg chg="addSp delSp modSp new mod modClrScheme chgLayout">
        <pc:chgData name="Resch, Courtney" userId="77157485-4c7e-4887-a28b-ab26ec92fd64" providerId="ADAL" clId="{4B9800D5-902A-4594-B2F9-8D3DD7450094}" dt="2026-01-22T16:41:09.651" v="1129" actId="20577"/>
        <pc:sldMkLst>
          <pc:docMk/>
          <pc:sldMk cId="625859892" sldId="267"/>
        </pc:sldMkLst>
        <pc:spChg chg="del mod ord">
          <ac:chgData name="Resch, Courtney" userId="77157485-4c7e-4887-a28b-ab26ec92fd64" providerId="ADAL" clId="{4B9800D5-902A-4594-B2F9-8D3DD7450094}" dt="2026-01-22T16:05:33.971" v="700" actId="700"/>
          <ac:spMkLst>
            <pc:docMk/>
            <pc:sldMk cId="625859892" sldId="267"/>
            <ac:spMk id="2" creationId="{83D083C1-6F90-A930-A6CA-6AE891AA68DC}"/>
          </ac:spMkLst>
        </pc:spChg>
        <pc:spChg chg="add mod ord">
          <ac:chgData name="Resch, Courtney" userId="77157485-4c7e-4887-a28b-ab26ec92fd64" providerId="ADAL" clId="{4B9800D5-902A-4594-B2F9-8D3DD7450094}" dt="2026-01-22T16:06:36.775" v="845" actId="948"/>
          <ac:spMkLst>
            <pc:docMk/>
            <pc:sldMk cId="625859892" sldId="267"/>
            <ac:spMk id="3" creationId="{C610083A-E3DC-8D56-3B57-5A92A8027F8C}"/>
          </ac:spMkLst>
        </pc:spChg>
        <pc:spChg chg="add mod ord">
          <ac:chgData name="Resch, Courtney" userId="77157485-4c7e-4887-a28b-ab26ec92fd64" providerId="ADAL" clId="{4B9800D5-902A-4594-B2F9-8D3DD7450094}" dt="2026-01-22T16:06:49.104" v="872" actId="403"/>
          <ac:spMkLst>
            <pc:docMk/>
            <pc:sldMk cId="625859892" sldId="267"/>
            <ac:spMk id="4" creationId="{1AD33148-599A-AEBB-E30E-9D055B3DCCA9}"/>
          </ac:spMkLst>
        </pc:spChg>
        <pc:spChg chg="add mod ord">
          <ac:chgData name="Resch, Courtney" userId="77157485-4c7e-4887-a28b-ab26ec92fd64" providerId="ADAL" clId="{4B9800D5-902A-4594-B2F9-8D3DD7450094}" dt="2026-01-22T16:14:02.531" v="992" actId="5793"/>
          <ac:spMkLst>
            <pc:docMk/>
            <pc:sldMk cId="625859892" sldId="267"/>
            <ac:spMk id="5" creationId="{74E4B090-6FD0-94A5-66F9-C3FE42DE8978}"/>
          </ac:spMkLst>
        </pc:spChg>
        <pc:spChg chg="add mod ord">
          <ac:chgData name="Resch, Courtney" userId="77157485-4c7e-4887-a28b-ab26ec92fd64" providerId="ADAL" clId="{4B9800D5-902A-4594-B2F9-8D3DD7450094}" dt="2026-01-22T16:41:09.651" v="1129" actId="20577"/>
          <ac:spMkLst>
            <pc:docMk/>
            <pc:sldMk cId="625859892" sldId="267"/>
            <ac:spMk id="6" creationId="{2D88D925-38E0-954F-7E0A-A120730218BF}"/>
          </ac:spMkLst>
        </pc:spChg>
        <pc:spChg chg="add mod ord">
          <ac:chgData name="Resch, Courtney" userId="77157485-4c7e-4887-a28b-ab26ec92fd64" providerId="ADAL" clId="{4B9800D5-902A-4594-B2F9-8D3DD7450094}" dt="2026-01-22T16:06:16.132" v="779" actId="20577"/>
          <ac:spMkLst>
            <pc:docMk/>
            <pc:sldMk cId="625859892" sldId="267"/>
            <ac:spMk id="7" creationId="{F31ACBC8-CF04-4D19-B168-1453EB85720E}"/>
          </ac:spMkLst>
        </pc:spChg>
        <pc:spChg chg="add del mod modVis">
          <ac:chgData name="Resch, Courtney" userId="77157485-4c7e-4887-a28b-ab26ec92fd64" providerId="ADAL" clId="{4B9800D5-902A-4594-B2F9-8D3DD7450094}" dt="2026-01-22T16:06:32.073" v="841"/>
          <ac:spMkLst>
            <pc:docMk/>
            <pc:sldMk cId="625859892" sldId="267"/>
            <ac:spMk id="9" creationId="{4BEAD29E-21AD-D361-8847-B940A30A8F9C}"/>
          </ac:spMkLst>
        </pc:spChg>
        <pc:spChg chg="add del mod modVis">
          <ac:chgData name="Resch, Courtney" userId="77157485-4c7e-4887-a28b-ab26ec92fd64" providerId="ADAL" clId="{4B9800D5-902A-4594-B2F9-8D3DD7450094}" dt="2026-01-22T16:06:36.809" v="867"/>
          <ac:spMkLst>
            <pc:docMk/>
            <pc:sldMk cId="625859892" sldId="267"/>
            <ac:spMk id="10" creationId="{3B884F3E-FEFD-7565-3925-08E4B4005803}"/>
          </ac:spMkLst>
        </pc:spChg>
        <pc:graphicFrameChg chg="add mod ord modVis">
          <ac:chgData name="Resch, Courtney" userId="77157485-4c7e-4887-a28b-ab26ec92fd64" providerId="ADAL" clId="{4B9800D5-902A-4594-B2F9-8D3DD7450094}" dt="2026-01-22T16:07:16.268" v="909" actId="1076"/>
          <ac:graphicFrameMkLst>
            <pc:docMk/>
            <pc:sldMk cId="625859892" sldId="267"/>
            <ac:graphicFrameMk id="8" creationId="{317573F2-1D52-016F-06AE-C7A8360981D3}"/>
          </ac:graphicFrameMkLst>
        </pc:graphicFrameChg>
      </pc:sldChg>
      <pc:sldChg chg="add">
        <pc:chgData name="Resch, Courtney" userId="77157485-4c7e-4887-a28b-ab26ec92fd64" providerId="ADAL" clId="{4B9800D5-902A-4594-B2F9-8D3DD7450094}" dt="2026-01-22T15:40:27.448" v="0"/>
        <pc:sldMkLst>
          <pc:docMk/>
          <pc:sldMk cId="2317739959" sldId="334"/>
        </pc:sldMkLst>
      </pc:sldChg>
      <pc:sldChg chg="add">
        <pc:chgData name="Resch, Courtney" userId="77157485-4c7e-4887-a28b-ab26ec92fd64" providerId="ADAL" clId="{4B9800D5-902A-4594-B2F9-8D3DD7450094}" dt="2026-01-22T15:40:27.448" v="0"/>
        <pc:sldMkLst>
          <pc:docMk/>
          <pc:sldMk cId="819268730" sldId="335"/>
        </pc:sldMkLst>
      </pc:sldChg>
      <pc:sldChg chg="add">
        <pc:chgData name="Resch, Courtney" userId="77157485-4c7e-4887-a28b-ab26ec92fd64" providerId="ADAL" clId="{4B9800D5-902A-4594-B2F9-8D3DD7450094}" dt="2026-01-22T15:40:27.448" v="0"/>
        <pc:sldMkLst>
          <pc:docMk/>
          <pc:sldMk cId="969267803" sldId="336"/>
        </pc:sldMkLst>
      </pc:sldChg>
      <pc:sldChg chg="add">
        <pc:chgData name="Resch, Courtney" userId="77157485-4c7e-4887-a28b-ab26ec92fd64" providerId="ADAL" clId="{4B9800D5-902A-4594-B2F9-8D3DD7450094}" dt="2026-01-22T15:40:27.448" v="0"/>
        <pc:sldMkLst>
          <pc:docMk/>
          <pc:sldMk cId="21698462" sldId="338"/>
        </pc:sldMkLst>
      </pc:sldChg>
    </pc:docChg>
  </pc:docChgLst>
  <pc:docChgLst>
    <pc:chgData name="Palli, Venkata Subbaraya Sarma" userId="S::sarma.palli@oliverwyman.com::975b87a7-cd22-4266-af8b-7369ba8fe0e1" providerId="AD" clId="Web-{AF680790-40E0-96AB-9E36-D51C1B129DB8}"/>
    <pc:docChg chg="sldOrd">
      <pc:chgData name="Palli, Venkata Subbaraya Sarma" userId="S::sarma.palli@oliverwyman.com::975b87a7-cd22-4266-af8b-7369ba8fe0e1" providerId="AD" clId="Web-{AF680790-40E0-96AB-9E36-D51C1B129DB8}" dt="2026-01-22T21:15:46.024" v="0"/>
      <pc:docMkLst>
        <pc:docMk/>
      </pc:docMkLst>
      <pc:sldChg chg="ord">
        <pc:chgData name="Palli, Venkata Subbaraya Sarma" userId="S::sarma.palli@oliverwyman.com::975b87a7-cd22-4266-af8b-7369ba8fe0e1" providerId="AD" clId="Web-{AF680790-40E0-96AB-9E36-D51C1B129DB8}" dt="2026-01-22T21:15:46.024" v="0"/>
        <pc:sldMkLst>
          <pc:docMk/>
          <pc:sldMk cId="440314001" sldId="261"/>
        </pc:sldMkLst>
      </pc:sldChg>
    </pc:docChg>
  </pc:docChgLst>
  <pc:docChgLst>
    <pc:chgData name="Lombardo, Jason" userId="S::jason.lombardo@oliverwyman.com::12364b8c-6ebb-4973-b9ec-1e299c6108a8" providerId="AD" clId="Web-{C432FE88-4EFF-65BC-211D-2A4E9F3C17D6}"/>
    <pc:docChg chg="addSld modSld sldOrd modSection">
      <pc:chgData name="Lombardo, Jason" userId="S::jason.lombardo@oliverwyman.com::12364b8c-6ebb-4973-b9ec-1e299c6108a8" providerId="AD" clId="Web-{C432FE88-4EFF-65BC-211D-2A4E9F3C17D6}" dt="2026-01-19T18:08:09.384" v="557"/>
      <pc:docMkLst>
        <pc:docMk/>
      </pc:docMkLst>
      <pc:sldChg chg="modSp ord">
        <pc:chgData name="Lombardo, Jason" userId="S::jason.lombardo@oliverwyman.com::12364b8c-6ebb-4973-b9ec-1e299c6108a8" providerId="AD" clId="Web-{C432FE88-4EFF-65BC-211D-2A4E9F3C17D6}" dt="2026-01-19T17:26:51.084" v="88"/>
        <pc:sldMkLst>
          <pc:docMk/>
          <pc:sldMk cId="3780708115" sldId="262"/>
        </pc:sldMkLst>
        <pc:spChg chg="mod">
          <ac:chgData name="Lombardo, Jason" userId="S::jason.lombardo@oliverwyman.com::12364b8c-6ebb-4973-b9ec-1e299c6108a8" providerId="AD" clId="Web-{C432FE88-4EFF-65BC-211D-2A4E9F3C17D6}" dt="2026-01-19T17:23:53.406" v="87" actId="20577"/>
          <ac:spMkLst>
            <pc:docMk/>
            <pc:sldMk cId="3780708115" sldId="262"/>
            <ac:spMk id="54" creationId="{18209792-34D9-73F7-E0B5-7D82F5FB4DDB}"/>
          </ac:spMkLst>
        </pc:spChg>
      </pc:sldChg>
    </pc:docChg>
  </pc:docChgLst>
  <pc:docChgLst>
    <pc:chgData name="DeBrusk, Chris" userId="5cae5c54-b831-4e8b-845e-09da3f0a080f" providerId="ADAL" clId="{0D346D03-D32B-5672-98D1-75FB183E5C91}"/>
    <pc:docChg chg="undo custSel modSld">
      <pc:chgData name="DeBrusk, Chris" userId="5cae5c54-b831-4e8b-845e-09da3f0a080f" providerId="ADAL" clId="{0D346D03-D32B-5672-98D1-75FB183E5C91}" dt="2026-01-21T19:45:17.980" v="932" actId="12"/>
      <pc:docMkLst>
        <pc:docMk/>
      </pc:docMkLst>
      <pc:sldChg chg="addSp delSp modSp mod">
        <pc:chgData name="DeBrusk, Chris" userId="5cae5c54-b831-4e8b-845e-09da3f0a080f" providerId="ADAL" clId="{0D346D03-D32B-5672-98D1-75FB183E5C91}" dt="2026-01-21T19:45:17.980" v="932" actId="12"/>
        <pc:sldMkLst>
          <pc:docMk/>
          <pc:sldMk cId="1138812749" sldId="259"/>
        </pc:sldMkLst>
        <pc:spChg chg="add del mod">
          <ac:chgData name="DeBrusk, Chris" userId="5cae5c54-b831-4e8b-845e-09da3f0a080f" providerId="ADAL" clId="{0D346D03-D32B-5672-98D1-75FB183E5C91}" dt="2026-01-21T19:44:15.112" v="828" actId="478"/>
          <ac:spMkLst>
            <pc:docMk/>
            <pc:sldMk cId="1138812749" sldId="259"/>
            <ac:spMk id="8" creationId="{765FBB8C-8FDA-C63E-3DAB-07BCE9322117}"/>
          </ac:spMkLst>
        </pc:spChg>
        <pc:spChg chg="add del mod">
          <ac:chgData name="DeBrusk, Chris" userId="5cae5c54-b831-4e8b-845e-09da3f0a080f" providerId="ADAL" clId="{0D346D03-D32B-5672-98D1-75FB183E5C91}" dt="2026-01-21T19:44:57.093" v="882" actId="478"/>
          <ac:spMkLst>
            <pc:docMk/>
            <pc:sldMk cId="1138812749" sldId="259"/>
            <ac:spMk id="9" creationId="{B69E5E93-E1E9-1A50-9ECE-33376DB6B7D8}"/>
          </ac:spMkLst>
        </pc:spChg>
        <pc:spChg chg="mod">
          <ac:chgData name="DeBrusk, Chris" userId="5cae5c54-b831-4e8b-845e-09da3f0a080f" providerId="ADAL" clId="{0D346D03-D32B-5672-98D1-75FB183E5C91}" dt="2026-01-21T19:45:17.980" v="932" actId="12"/>
          <ac:spMkLst>
            <pc:docMk/>
            <pc:sldMk cId="1138812749" sldId="259"/>
            <ac:spMk id="22" creationId="{679FB748-6FF1-8AE9-B7A2-AA713E103C3E}"/>
          </ac:spMkLst>
        </pc:spChg>
      </pc:sldChg>
      <pc:sldChg chg="addSp modSp mod">
        <pc:chgData name="DeBrusk, Chris" userId="5cae5c54-b831-4e8b-845e-09da3f0a080f" providerId="ADAL" clId="{0D346D03-D32B-5672-98D1-75FB183E5C91}" dt="2026-01-21T19:40:17.359" v="541" actId="20577"/>
        <pc:sldMkLst>
          <pc:docMk/>
          <pc:sldMk cId="3780708115" sldId="262"/>
        </pc:sldMkLst>
        <pc:spChg chg="add mod">
          <ac:chgData name="DeBrusk, Chris" userId="5cae5c54-b831-4e8b-845e-09da3f0a080f" providerId="ADAL" clId="{0D346D03-D32B-5672-98D1-75FB183E5C91}" dt="2026-01-21T19:38:02.184" v="456" actId="14100"/>
          <ac:spMkLst>
            <pc:docMk/>
            <pc:sldMk cId="3780708115" sldId="262"/>
            <ac:spMk id="7" creationId="{DA2C0D3D-5EF9-4332-65CB-22CA8CCEE8C3}"/>
          </ac:spMkLst>
        </pc:spChg>
        <pc:spChg chg="mod">
          <ac:chgData name="DeBrusk, Chris" userId="5cae5c54-b831-4e8b-845e-09da3f0a080f" providerId="ADAL" clId="{0D346D03-D32B-5672-98D1-75FB183E5C91}" dt="2026-01-21T19:40:17.359" v="541" actId="20577"/>
          <ac:spMkLst>
            <pc:docMk/>
            <pc:sldMk cId="3780708115" sldId="262"/>
            <ac:spMk id="54" creationId="{18209792-34D9-73F7-E0B5-7D82F5FB4DDB}"/>
          </ac:spMkLst>
        </pc:spChg>
        <pc:spChg chg="mod">
          <ac:chgData name="DeBrusk, Chris" userId="5cae5c54-b831-4e8b-845e-09da3f0a080f" providerId="ADAL" clId="{0D346D03-D32B-5672-98D1-75FB183E5C91}" dt="2026-01-21T19:37:49.601" v="451" actId="1076"/>
          <ac:spMkLst>
            <pc:docMk/>
            <pc:sldMk cId="3780708115" sldId="262"/>
            <ac:spMk id="55" creationId="{AADDB2C7-17B3-E497-BAE4-345AD97CD42F}"/>
          </ac:spMkLst>
        </pc:spChg>
      </pc:sldChg>
    </pc:docChg>
  </pc:docChgLst>
  <pc:docChgLst>
    <pc:chgData name="Piotrowski, Steven" userId="9355c273-eebe-4518-8c76-0f1ebfd0a9fe" providerId="ADAL" clId="{BA66EAF7-65AA-421B-B96B-749469D7A037}"/>
    <pc:docChg chg="undo custSel addSld delSld modSld sldOrd modSection">
      <pc:chgData name="Piotrowski, Steven" userId="9355c273-eebe-4518-8c76-0f1ebfd0a9fe" providerId="ADAL" clId="{BA66EAF7-65AA-421B-B96B-749469D7A037}" dt="2026-01-21T00:51:11.409" v="8415" actId="1076"/>
      <pc:docMkLst>
        <pc:docMk/>
      </pc:docMkLst>
      <pc:sldChg chg="addSp delSp modSp add mod">
        <pc:chgData name="Piotrowski, Steven" userId="9355c273-eebe-4518-8c76-0f1ebfd0a9fe" providerId="ADAL" clId="{BA66EAF7-65AA-421B-B96B-749469D7A037}" dt="2026-01-21T00:13:07.436" v="7227" actId="20577"/>
        <pc:sldMkLst>
          <pc:docMk/>
          <pc:sldMk cId="243260047" sldId="256"/>
        </pc:sldMkLst>
        <pc:spChg chg="add del mod">
          <ac:chgData name="Piotrowski, Steven" userId="9355c273-eebe-4518-8c76-0f1ebfd0a9fe" providerId="ADAL" clId="{BA66EAF7-65AA-421B-B96B-749469D7A037}" dt="2026-01-21T00:13:07.436" v="7227" actId="20577"/>
          <ac:spMkLst>
            <pc:docMk/>
            <pc:sldMk cId="243260047" sldId="256"/>
            <ac:spMk id="6" creationId="{1172758D-E1B4-B6B0-7D5F-0F351A027B99}"/>
          </ac:spMkLst>
        </pc:spChg>
      </pc:sldChg>
      <pc:sldChg chg="addSp delSp modSp add mod">
        <pc:chgData name="Piotrowski, Steven" userId="9355c273-eebe-4518-8c76-0f1ebfd0a9fe" providerId="ADAL" clId="{BA66EAF7-65AA-421B-B96B-749469D7A037}" dt="2026-01-21T00:51:11.409" v="8415" actId="1076"/>
        <pc:sldMkLst>
          <pc:docMk/>
          <pc:sldMk cId="1138812749" sldId="259"/>
        </pc:sldMkLst>
        <pc:spChg chg="mod">
          <ac:chgData name="Piotrowski, Steven" userId="9355c273-eebe-4518-8c76-0f1ebfd0a9fe" providerId="ADAL" clId="{BA66EAF7-65AA-421B-B96B-749469D7A037}" dt="2026-01-21T00:49:03.451" v="8289" actId="948"/>
          <ac:spMkLst>
            <pc:docMk/>
            <pc:sldMk cId="1138812749" sldId="259"/>
            <ac:spMk id="2" creationId="{41F8D3E1-85D7-24A7-20FF-89DAABDD2997}"/>
          </ac:spMkLst>
        </pc:spChg>
        <pc:spChg chg="mod">
          <ac:chgData name="Piotrowski, Steven" userId="9355c273-eebe-4518-8c76-0f1ebfd0a9fe" providerId="ADAL" clId="{BA66EAF7-65AA-421B-B96B-749469D7A037}" dt="2026-01-21T00:36:20.003" v="7393" actId="1076"/>
          <ac:spMkLst>
            <pc:docMk/>
            <pc:sldMk cId="1138812749" sldId="259"/>
            <ac:spMk id="6" creationId="{260B3662-2C16-956E-7013-035DFF3E8EE4}"/>
          </ac:spMkLst>
        </pc:spChg>
        <pc:spChg chg="mod">
          <ac:chgData name="Piotrowski, Steven" userId="9355c273-eebe-4518-8c76-0f1ebfd0a9fe" providerId="ADAL" clId="{BA66EAF7-65AA-421B-B96B-749469D7A037}" dt="2026-01-21T00:51:11.409" v="8415" actId="1076"/>
          <ac:spMkLst>
            <pc:docMk/>
            <pc:sldMk cId="1138812749" sldId="259"/>
            <ac:spMk id="7" creationId="{B046D0E3-95AF-B1BA-8ACE-4C5866256989}"/>
          </ac:spMkLst>
        </pc:spChg>
        <pc:spChg chg="add del mod modVis">
          <ac:chgData name="Piotrowski, Steven" userId="9355c273-eebe-4518-8c76-0f1ebfd0a9fe" providerId="ADAL" clId="{BA66EAF7-65AA-421B-B96B-749469D7A037}" dt="2026-01-21T00:27:04.369" v="7263"/>
          <ac:spMkLst>
            <pc:docMk/>
            <pc:sldMk cId="1138812749" sldId="259"/>
            <ac:spMk id="8" creationId="{86544CF3-F225-D644-6453-A2FCD4773D85}"/>
          </ac:spMkLst>
        </pc:spChg>
        <pc:spChg chg="add del mod modVis">
          <ac:chgData name="Piotrowski, Steven" userId="9355c273-eebe-4518-8c76-0f1ebfd0a9fe" providerId="ADAL" clId="{BA66EAF7-65AA-421B-B96B-749469D7A037}" dt="2026-01-21T00:27:05.659" v="7305"/>
          <ac:spMkLst>
            <pc:docMk/>
            <pc:sldMk cId="1138812749" sldId="259"/>
            <ac:spMk id="9" creationId="{9CF221D7-E5C1-7CB1-51CF-5F360554269D}"/>
          </ac:spMkLst>
        </pc:spChg>
        <pc:spChg chg="add del mod modVis">
          <ac:chgData name="Piotrowski, Steven" userId="9355c273-eebe-4518-8c76-0f1ebfd0a9fe" providerId="ADAL" clId="{BA66EAF7-65AA-421B-B96B-749469D7A037}" dt="2026-01-21T00:27:08.224" v="7338"/>
          <ac:spMkLst>
            <pc:docMk/>
            <pc:sldMk cId="1138812749" sldId="259"/>
            <ac:spMk id="10" creationId="{31C20BAC-58B3-866F-7C2D-92C5F017BEC8}"/>
          </ac:spMkLst>
        </pc:spChg>
        <pc:spChg chg="add del mod modVis">
          <ac:chgData name="Piotrowski, Steven" userId="9355c273-eebe-4518-8c76-0f1ebfd0a9fe" providerId="ADAL" clId="{BA66EAF7-65AA-421B-B96B-749469D7A037}" dt="2026-01-21T00:27:22.100" v="7371"/>
          <ac:spMkLst>
            <pc:docMk/>
            <pc:sldMk cId="1138812749" sldId="259"/>
            <ac:spMk id="11" creationId="{818B2A7C-414E-DC41-75D5-52E2D30B5A17}"/>
          </ac:spMkLst>
        </pc:spChg>
        <pc:spChg chg="add del mod modVis">
          <ac:chgData name="Piotrowski, Steven" userId="9355c273-eebe-4518-8c76-0f1ebfd0a9fe" providerId="ADAL" clId="{BA66EAF7-65AA-421B-B96B-749469D7A037}" dt="2026-01-21T00:48:54.201" v="8189"/>
          <ac:spMkLst>
            <pc:docMk/>
            <pc:sldMk cId="1138812749" sldId="259"/>
            <ac:spMk id="12" creationId="{B6CBAE2E-AC17-7E60-1867-F63B5D7618EC}"/>
          </ac:spMkLst>
        </pc:spChg>
        <pc:spChg chg="add del mod modVis">
          <ac:chgData name="Piotrowski, Steven" userId="9355c273-eebe-4518-8c76-0f1ebfd0a9fe" providerId="ADAL" clId="{BA66EAF7-65AA-421B-B96B-749469D7A037}" dt="2026-01-21T00:49:01.566" v="8245"/>
          <ac:spMkLst>
            <pc:docMk/>
            <pc:sldMk cId="1138812749" sldId="259"/>
            <ac:spMk id="13" creationId="{5435FE7A-08F1-08B8-181C-BAFA760ADD15}"/>
          </ac:spMkLst>
        </pc:spChg>
        <pc:spChg chg="add del mod modVis">
          <ac:chgData name="Piotrowski, Steven" userId="9355c273-eebe-4518-8c76-0f1ebfd0a9fe" providerId="ADAL" clId="{BA66EAF7-65AA-421B-B96B-749469D7A037}" dt="2026-01-21T00:49:02.861" v="8285"/>
          <ac:spMkLst>
            <pc:docMk/>
            <pc:sldMk cId="1138812749" sldId="259"/>
            <ac:spMk id="15" creationId="{7BA542A6-CE0D-B12F-D038-87FC6F6A29C9}"/>
          </ac:spMkLst>
        </pc:spChg>
        <pc:spChg chg="add del mod modVis">
          <ac:chgData name="Piotrowski, Steven" userId="9355c273-eebe-4518-8c76-0f1ebfd0a9fe" providerId="ADAL" clId="{BA66EAF7-65AA-421B-B96B-749469D7A037}" dt="2026-01-21T00:49:03.483" v="8318"/>
          <ac:spMkLst>
            <pc:docMk/>
            <pc:sldMk cId="1138812749" sldId="259"/>
            <ac:spMk id="16" creationId="{74F7543C-BDED-E51F-5858-5B940C31837D}"/>
          </ac:spMkLst>
        </pc:spChg>
        <pc:spChg chg="add mod">
          <ac:chgData name="Piotrowski, Steven" userId="9355c273-eebe-4518-8c76-0f1ebfd0a9fe" providerId="ADAL" clId="{BA66EAF7-65AA-421B-B96B-749469D7A037}" dt="2026-01-21T00:50:24.999" v="8404" actId="20577"/>
          <ac:spMkLst>
            <pc:docMk/>
            <pc:sldMk cId="1138812749" sldId="259"/>
            <ac:spMk id="22" creationId="{679FB748-6FF1-8AE9-B7A2-AA713E103C3E}"/>
          </ac:spMkLst>
        </pc:spChg>
        <pc:graphicFrameChg chg="mod">
          <ac:chgData name="Piotrowski, Steven" userId="9355c273-eebe-4518-8c76-0f1ebfd0a9fe" providerId="ADAL" clId="{BA66EAF7-65AA-421B-B96B-749469D7A037}" dt="2026-01-21T00:49:03.483" v="8320"/>
          <ac:graphicFrameMkLst>
            <pc:docMk/>
            <pc:sldMk cId="1138812749" sldId="259"/>
            <ac:graphicFrameMk id="4" creationId="{E2F21CA6-3F1C-894B-52A3-346F34EC1A50}"/>
          </ac:graphicFrameMkLst>
        </pc:graphicFrameChg>
        <pc:graphicFrameChg chg="del modGraphic">
          <ac:chgData name="Piotrowski, Steven" userId="9355c273-eebe-4518-8c76-0f1ebfd0a9fe" providerId="ADAL" clId="{BA66EAF7-65AA-421B-B96B-749469D7A037}" dt="2026-01-21T00:27:31.306" v="7384" actId="478"/>
          <ac:graphicFrameMkLst>
            <pc:docMk/>
            <pc:sldMk cId="1138812749" sldId="259"/>
            <ac:graphicFrameMk id="14" creationId="{9157FDB9-7A8F-0B2A-4EDA-281CE3B61634}"/>
          </ac:graphicFrameMkLst>
        </pc:graphicFrameChg>
      </pc:sldChg>
      <pc:sldChg chg="delSp modSp add mod ord">
        <pc:chgData name="Piotrowski, Steven" userId="9355c273-eebe-4518-8c76-0f1ebfd0a9fe" providerId="ADAL" clId="{BA66EAF7-65AA-421B-B96B-749469D7A037}" dt="2026-01-21T00:08:40.910" v="7157" actId="478"/>
        <pc:sldMkLst>
          <pc:docMk/>
          <pc:sldMk cId="166781970" sldId="260"/>
        </pc:sldMkLst>
        <pc:spChg chg="del mod">
          <ac:chgData name="Piotrowski, Steven" userId="9355c273-eebe-4518-8c76-0f1ebfd0a9fe" providerId="ADAL" clId="{BA66EAF7-65AA-421B-B96B-749469D7A037}" dt="2026-01-21T00:08:40.910" v="7157" actId="478"/>
          <ac:spMkLst>
            <pc:docMk/>
            <pc:sldMk cId="166781970" sldId="260"/>
            <ac:spMk id="6" creationId="{E070E95D-7F06-4985-045F-7D16763EF4B6}"/>
          </ac:spMkLst>
        </pc:spChg>
        <pc:spChg chg="mod">
          <ac:chgData name="Piotrowski, Steven" userId="9355c273-eebe-4518-8c76-0f1ebfd0a9fe" providerId="ADAL" clId="{BA66EAF7-65AA-421B-B96B-749469D7A037}" dt="2026-01-17T21:39:00.173" v="5115" actId="14100"/>
          <ac:spMkLst>
            <pc:docMk/>
            <pc:sldMk cId="166781970" sldId="260"/>
            <ac:spMk id="49" creationId="{FD098D78-CAF9-308B-B957-E75528668EB4}"/>
          </ac:spMkLst>
        </pc:spChg>
        <pc:spChg chg="mod">
          <ac:chgData name="Piotrowski, Steven" userId="9355c273-eebe-4518-8c76-0f1ebfd0a9fe" providerId="ADAL" clId="{BA66EAF7-65AA-421B-B96B-749469D7A037}" dt="2026-01-20T17:18:53.645" v="6862" actId="554"/>
          <ac:spMkLst>
            <pc:docMk/>
            <pc:sldMk cId="166781970" sldId="260"/>
            <ac:spMk id="50" creationId="{20C8F597-70CC-BFE7-DBD5-BC31BE8B343A}"/>
          </ac:spMkLst>
        </pc:spChg>
        <pc:spChg chg="mod">
          <ac:chgData name="Piotrowski, Steven" userId="9355c273-eebe-4518-8c76-0f1ebfd0a9fe" providerId="ADAL" clId="{BA66EAF7-65AA-421B-B96B-749469D7A037}" dt="2026-01-20T17:18:53.645" v="6862" actId="554"/>
          <ac:spMkLst>
            <pc:docMk/>
            <pc:sldMk cId="166781970" sldId="260"/>
            <ac:spMk id="51" creationId="{DA4B8C7A-BB60-090C-8DA3-AF1E1F933091}"/>
          </ac:spMkLst>
        </pc:spChg>
      </pc:sldChg>
      <pc:sldChg chg="addSp delSp modSp mod ord">
        <pc:chgData name="Piotrowski, Steven" userId="9355c273-eebe-4518-8c76-0f1ebfd0a9fe" providerId="ADAL" clId="{BA66EAF7-65AA-421B-B96B-749469D7A037}" dt="2026-01-21T00:08:28.547" v="7156" actId="20577"/>
        <pc:sldMkLst>
          <pc:docMk/>
          <pc:sldMk cId="3780708115" sldId="262"/>
        </pc:sldMkLst>
        <pc:spChg chg="mod">
          <ac:chgData name="Piotrowski, Steven" userId="9355c273-eebe-4518-8c76-0f1ebfd0a9fe" providerId="ADAL" clId="{BA66EAF7-65AA-421B-B96B-749469D7A037}" dt="2026-01-21T00:06:09.918" v="7070" actId="948"/>
          <ac:spMkLst>
            <pc:docMk/>
            <pc:sldMk cId="3780708115" sldId="262"/>
            <ac:spMk id="2" creationId="{7A189715-37D1-3A9B-0507-A05D4C2CF597}"/>
          </ac:spMkLst>
        </pc:spChg>
        <pc:spChg chg="del mod">
          <ac:chgData name="Piotrowski, Steven" userId="9355c273-eebe-4518-8c76-0f1ebfd0a9fe" providerId="ADAL" clId="{BA66EAF7-65AA-421B-B96B-749469D7A037}" dt="2026-01-21T00:05:06.605" v="6916" actId="478"/>
          <ac:spMkLst>
            <pc:docMk/>
            <pc:sldMk cId="3780708115" sldId="262"/>
            <ac:spMk id="6" creationId="{ECC6D5ED-9CA5-61E8-8F4E-C24FE97C9808}"/>
          </ac:spMkLst>
        </pc:spChg>
        <pc:spChg chg="add del mod modVis">
          <ac:chgData name="Piotrowski, Steven" userId="9355c273-eebe-4518-8c76-0f1ebfd0a9fe" providerId="ADAL" clId="{BA66EAF7-65AA-421B-B96B-749469D7A037}" dt="2026-01-21T00:05:40.861" v="6963"/>
          <ac:spMkLst>
            <pc:docMk/>
            <pc:sldMk cId="3780708115" sldId="262"/>
            <ac:spMk id="10" creationId="{7ECC0DBF-21CD-FEBF-731E-00A2C8C937C7}"/>
          </ac:spMkLst>
        </pc:spChg>
        <pc:spChg chg="add del mod modVis">
          <ac:chgData name="Piotrowski, Steven" userId="9355c273-eebe-4518-8c76-0f1ebfd0a9fe" providerId="ADAL" clId="{BA66EAF7-65AA-421B-B96B-749469D7A037}" dt="2026-01-21T00:05:57.284" v="7018"/>
          <ac:spMkLst>
            <pc:docMk/>
            <pc:sldMk cId="3780708115" sldId="262"/>
            <ac:spMk id="11" creationId="{A501C7C5-74E2-631E-E255-3E678D2BDAB5}"/>
          </ac:spMkLst>
        </pc:spChg>
        <pc:spChg chg="add del mod modVis">
          <ac:chgData name="Piotrowski, Steven" userId="9355c273-eebe-4518-8c76-0f1ebfd0a9fe" providerId="ADAL" clId="{BA66EAF7-65AA-421B-B96B-749469D7A037}" dt="2026-01-21T00:06:00.475" v="7066"/>
          <ac:spMkLst>
            <pc:docMk/>
            <pc:sldMk cId="3780708115" sldId="262"/>
            <ac:spMk id="12" creationId="{81ECD24B-DD1A-CA95-D073-00F416562B6F}"/>
          </ac:spMkLst>
        </pc:spChg>
        <pc:spChg chg="add del mod modVis">
          <ac:chgData name="Piotrowski, Steven" userId="9355c273-eebe-4518-8c76-0f1ebfd0a9fe" providerId="ADAL" clId="{BA66EAF7-65AA-421B-B96B-749469D7A037}" dt="2026-01-21T00:06:09.950" v="7099"/>
          <ac:spMkLst>
            <pc:docMk/>
            <pc:sldMk cId="3780708115" sldId="262"/>
            <ac:spMk id="13" creationId="{FF46875E-6A68-1D98-6F61-0C6D6161425D}"/>
          </ac:spMkLst>
        </pc:spChg>
        <pc:spChg chg="add mod">
          <ac:chgData name="Piotrowski, Steven" userId="9355c273-eebe-4518-8c76-0f1ebfd0a9fe" providerId="ADAL" clId="{BA66EAF7-65AA-421B-B96B-749469D7A037}" dt="2026-01-21T00:08:28.547" v="7156" actId="20577"/>
          <ac:spMkLst>
            <pc:docMk/>
            <pc:sldMk cId="3780708115" sldId="262"/>
            <ac:spMk id="54" creationId="{18209792-34D9-73F7-E0B5-7D82F5FB4DDB}"/>
          </ac:spMkLst>
        </pc:spChg>
        <pc:spChg chg="add mod">
          <ac:chgData name="Piotrowski, Steven" userId="9355c273-eebe-4518-8c76-0f1ebfd0a9fe" providerId="ADAL" clId="{BA66EAF7-65AA-421B-B96B-749469D7A037}" dt="2026-01-21T00:06:32.798" v="7139" actId="554"/>
          <ac:spMkLst>
            <pc:docMk/>
            <pc:sldMk cId="3780708115" sldId="262"/>
            <ac:spMk id="55" creationId="{AADDB2C7-17B3-E497-BAE4-345AD97CD42F}"/>
          </ac:spMkLst>
        </pc:spChg>
        <pc:graphicFrameChg chg="mod">
          <ac:chgData name="Piotrowski, Steven" userId="9355c273-eebe-4518-8c76-0f1ebfd0a9fe" providerId="ADAL" clId="{BA66EAF7-65AA-421B-B96B-749469D7A037}" dt="2026-01-21T00:06:09.953" v="7101"/>
          <ac:graphicFrameMkLst>
            <pc:docMk/>
            <pc:sldMk cId="3780708115" sldId="262"/>
            <ac:graphicFrameMk id="4" creationId="{8654DFC2-162A-122C-A3EC-E4616FEB8A0D}"/>
          </ac:graphicFrameMkLst>
        </pc:graphicFrameChg>
        <pc:graphicFrameChg chg="del mod modGraphic">
          <ac:chgData name="Piotrowski, Steven" userId="9355c273-eebe-4518-8c76-0f1ebfd0a9fe" providerId="ADAL" clId="{BA66EAF7-65AA-421B-B96B-749469D7A037}" dt="2026-01-21T00:06:15.148" v="7102" actId="478"/>
          <ac:graphicFrameMkLst>
            <pc:docMk/>
            <pc:sldMk cId="3780708115" sldId="262"/>
            <ac:graphicFrameMk id="14" creationId="{1ECF47A6-50EE-84F0-604A-DACB068A324B}"/>
          </ac:graphicFrameMkLst>
        </pc:graphicFrameChg>
      </pc:sldChg>
      <pc:sldChg chg="ord">
        <pc:chgData name="Piotrowski, Steven" userId="9355c273-eebe-4518-8c76-0f1ebfd0a9fe" providerId="ADAL" clId="{BA66EAF7-65AA-421B-B96B-749469D7A037}" dt="2026-01-21T00:14:19.962" v="7229"/>
        <pc:sldMkLst>
          <pc:docMk/>
          <pc:sldMk cId="1922435828" sldId="433"/>
        </pc:sldMkLst>
      </pc:sldChg>
    </pc:docChg>
  </pc:docChgLst>
  <pc:docChgLst>
    <pc:chgData name="Lefevre, James" userId="01575f60-9c0f-4533-81c6-2f4fbae52aed" providerId="ADAL" clId="{1587EC0B-5274-5D14-A060-1260EEE98B79}"/>
    <pc:docChg chg="undo custSel addSld delSld modSld sldOrd modSection">
      <pc:chgData name="Lefevre, James" userId="01575f60-9c0f-4533-81c6-2f4fbae52aed" providerId="ADAL" clId="{1587EC0B-5274-5D14-A060-1260EEE98B79}" dt="2026-01-22T18:50:26.186" v="7898" actId="20577"/>
      <pc:docMkLst>
        <pc:docMk/>
      </pc:docMkLst>
      <pc:sldChg chg="addSp delSp modSp mod ord">
        <pc:chgData name="Lefevre, James" userId="01575f60-9c0f-4533-81c6-2f4fbae52aed" providerId="ADAL" clId="{1587EC0B-5274-5D14-A060-1260EEE98B79}" dt="2026-01-21T22:19:28.239" v="2180" actId="122"/>
        <pc:sldMkLst>
          <pc:docMk/>
          <pc:sldMk cId="243260047" sldId="256"/>
        </pc:sldMkLst>
        <pc:spChg chg="mod">
          <ac:chgData name="Lefevre, James" userId="01575f60-9c0f-4533-81c6-2f4fbae52aed" providerId="ADAL" clId="{1587EC0B-5274-5D14-A060-1260EEE98B79}" dt="2026-01-21T22:17:48.188" v="2140" actId="948"/>
          <ac:spMkLst>
            <pc:docMk/>
            <pc:sldMk cId="243260047" sldId="256"/>
            <ac:spMk id="2" creationId="{8301EE46-11BD-7E75-86B5-32D6E6BB5FB8}"/>
          </ac:spMkLst>
        </pc:spChg>
        <pc:spChg chg="del">
          <ac:chgData name="Lefevre, James" userId="01575f60-9c0f-4533-81c6-2f4fbae52aed" providerId="ADAL" clId="{1587EC0B-5274-5D14-A060-1260EEE98B79}" dt="2026-01-21T16:18:47.564" v="1337" actId="478"/>
          <ac:spMkLst>
            <pc:docMk/>
            <pc:sldMk cId="243260047" sldId="256"/>
            <ac:spMk id="6" creationId="{1172758D-E1B4-B6B0-7D5F-0F351A027B99}"/>
          </ac:spMkLst>
        </pc:spChg>
        <pc:spChg chg="add del mod modVis">
          <ac:chgData name="Lefevre, James" userId="01575f60-9c0f-4533-81c6-2f4fbae52aed" providerId="ADAL" clId="{1587EC0B-5274-5D14-A060-1260EEE98B79}" dt="2026-01-21T22:15:18.937" v="1502"/>
          <ac:spMkLst>
            <pc:docMk/>
            <pc:sldMk cId="243260047" sldId="256"/>
            <ac:spMk id="8" creationId="{85BDFDA3-8307-15FA-C31D-E61256BEA3DC}"/>
          </ac:spMkLst>
        </pc:spChg>
        <pc:spChg chg="add del mod modVis">
          <ac:chgData name="Lefevre, James" userId="01575f60-9c0f-4533-81c6-2f4fbae52aed" providerId="ADAL" clId="{1587EC0B-5274-5D14-A060-1260EEE98B79}" dt="2026-01-21T22:15:24.569" v="1543"/>
          <ac:spMkLst>
            <pc:docMk/>
            <pc:sldMk cId="243260047" sldId="256"/>
            <ac:spMk id="10" creationId="{A62A533B-2679-50C3-D8C5-315FE9B97C47}"/>
          </ac:spMkLst>
        </pc:spChg>
        <pc:spChg chg="add del mod modVis">
          <ac:chgData name="Lefevre, James" userId="01575f60-9c0f-4533-81c6-2f4fbae52aed" providerId="ADAL" clId="{1587EC0B-5274-5D14-A060-1260EEE98B79}" dt="2026-01-21T22:15:27.205" v="1586"/>
          <ac:spMkLst>
            <pc:docMk/>
            <pc:sldMk cId="243260047" sldId="256"/>
            <ac:spMk id="11" creationId="{A27AD61B-273F-F3B0-B0D9-B1CFA296A13F}"/>
          </ac:spMkLst>
        </pc:spChg>
        <pc:spChg chg="add del mod modVis">
          <ac:chgData name="Lefevre, James" userId="01575f60-9c0f-4533-81c6-2f4fbae52aed" providerId="ADAL" clId="{1587EC0B-5274-5D14-A060-1260EEE98B79}" dt="2026-01-21T22:15:30.316" v="1619"/>
          <ac:spMkLst>
            <pc:docMk/>
            <pc:sldMk cId="243260047" sldId="256"/>
            <ac:spMk id="12" creationId="{19AC4FE8-B77C-C546-6F98-023A13110BF1}"/>
          </ac:spMkLst>
        </pc:spChg>
        <pc:spChg chg="add del mod modVis">
          <ac:chgData name="Lefevre, James" userId="01575f60-9c0f-4533-81c6-2f4fbae52aed" providerId="ADAL" clId="{1587EC0B-5274-5D14-A060-1260EEE98B79}" dt="2026-01-21T22:15:33.904" v="1667"/>
          <ac:spMkLst>
            <pc:docMk/>
            <pc:sldMk cId="243260047" sldId="256"/>
            <ac:spMk id="13" creationId="{EEF2946A-CA46-74E9-7EF3-21F5BA7929BB}"/>
          </ac:spMkLst>
        </pc:spChg>
        <pc:spChg chg="add del mod modVis">
          <ac:chgData name="Lefevre, James" userId="01575f60-9c0f-4533-81c6-2f4fbae52aed" providerId="ADAL" clId="{1587EC0B-5274-5D14-A060-1260EEE98B79}" dt="2026-01-21T22:15:38.308" v="1715"/>
          <ac:spMkLst>
            <pc:docMk/>
            <pc:sldMk cId="243260047" sldId="256"/>
            <ac:spMk id="15" creationId="{9BDFEAC1-78AF-0C42-3203-466045258591}"/>
          </ac:spMkLst>
        </pc:spChg>
        <pc:spChg chg="add del mod modVis">
          <ac:chgData name="Lefevre, James" userId="01575f60-9c0f-4533-81c6-2f4fbae52aed" providerId="ADAL" clId="{1587EC0B-5274-5D14-A060-1260EEE98B79}" dt="2026-01-21T22:15:39.727" v="1754"/>
          <ac:spMkLst>
            <pc:docMk/>
            <pc:sldMk cId="243260047" sldId="256"/>
            <ac:spMk id="16" creationId="{5000EC96-3D9C-EC56-607A-479F31A9EE95}"/>
          </ac:spMkLst>
        </pc:spChg>
        <pc:spChg chg="add del mod modVis">
          <ac:chgData name="Lefevre, James" userId="01575f60-9c0f-4533-81c6-2f4fbae52aed" providerId="ADAL" clId="{1587EC0B-5274-5D14-A060-1260EEE98B79}" dt="2026-01-21T22:15:42.908" v="1787"/>
          <ac:spMkLst>
            <pc:docMk/>
            <pc:sldMk cId="243260047" sldId="256"/>
            <ac:spMk id="17" creationId="{98DC88ED-8B15-349B-912E-0F699A24ADA2}"/>
          </ac:spMkLst>
        </pc:spChg>
        <pc:spChg chg="add del mod modVis">
          <ac:chgData name="Lefevre, James" userId="01575f60-9c0f-4533-81c6-2f4fbae52aed" providerId="ADAL" clId="{1587EC0B-5274-5D14-A060-1260EEE98B79}" dt="2026-01-21T22:15:45.149" v="1830"/>
          <ac:spMkLst>
            <pc:docMk/>
            <pc:sldMk cId="243260047" sldId="256"/>
            <ac:spMk id="18" creationId="{21AEF5B7-A69B-7192-7726-5E684F5BC561}"/>
          </ac:spMkLst>
        </pc:spChg>
        <pc:spChg chg="add del mod modVis">
          <ac:chgData name="Lefevre, James" userId="01575f60-9c0f-4533-81c6-2f4fbae52aed" providerId="ADAL" clId="{1587EC0B-5274-5D14-A060-1260EEE98B79}" dt="2026-01-21T22:15:48.042" v="1873"/>
          <ac:spMkLst>
            <pc:docMk/>
            <pc:sldMk cId="243260047" sldId="256"/>
            <ac:spMk id="19" creationId="{28AF80EE-5DF7-892C-FB47-8A14EA9EC2E2}"/>
          </ac:spMkLst>
        </pc:spChg>
        <pc:spChg chg="add del mod modVis">
          <ac:chgData name="Lefevre, James" userId="01575f60-9c0f-4533-81c6-2f4fbae52aed" providerId="ADAL" clId="{1587EC0B-5274-5D14-A060-1260EEE98B79}" dt="2026-01-21T22:15:49.291" v="1906"/>
          <ac:spMkLst>
            <pc:docMk/>
            <pc:sldMk cId="243260047" sldId="256"/>
            <ac:spMk id="20" creationId="{73FB7D5E-8EC7-F1A6-3C21-1D6FF5638093}"/>
          </ac:spMkLst>
        </pc:spChg>
        <pc:spChg chg="add del mod modVis">
          <ac:chgData name="Lefevre, James" userId="01575f60-9c0f-4533-81c6-2f4fbae52aed" providerId="ADAL" clId="{1587EC0B-5274-5D14-A060-1260EEE98B79}" dt="2026-01-21T22:15:53.127" v="1950"/>
          <ac:spMkLst>
            <pc:docMk/>
            <pc:sldMk cId="243260047" sldId="256"/>
            <ac:spMk id="21" creationId="{FA495992-9A61-A9A8-E557-0D0778B99840}"/>
          </ac:spMkLst>
        </pc:spChg>
        <pc:spChg chg="add del mod modVis">
          <ac:chgData name="Lefevre, James" userId="01575f60-9c0f-4533-81c6-2f4fbae52aed" providerId="ADAL" clId="{1587EC0B-5274-5D14-A060-1260EEE98B79}" dt="2026-01-21T22:15:58.040" v="1986"/>
          <ac:spMkLst>
            <pc:docMk/>
            <pc:sldMk cId="243260047" sldId="256"/>
            <ac:spMk id="22" creationId="{7C47E09E-EBC9-D0C0-07CE-AE6292538B60}"/>
          </ac:spMkLst>
        </pc:spChg>
        <pc:spChg chg="add del mod modVis">
          <ac:chgData name="Lefevre, James" userId="01575f60-9c0f-4533-81c6-2f4fbae52aed" providerId="ADAL" clId="{1587EC0B-5274-5D14-A060-1260EEE98B79}" dt="2026-01-21T22:16:02.463" v="2046"/>
          <ac:spMkLst>
            <pc:docMk/>
            <pc:sldMk cId="243260047" sldId="256"/>
            <ac:spMk id="23" creationId="{423010CF-9F8B-8096-2F55-F6058EBAD694}"/>
          </ac:spMkLst>
        </pc:spChg>
        <pc:spChg chg="add del mod modVis">
          <ac:chgData name="Lefevre, James" userId="01575f60-9c0f-4533-81c6-2f4fbae52aed" providerId="ADAL" clId="{1587EC0B-5274-5D14-A060-1260EEE98B79}" dt="2026-01-21T22:16:06.207" v="2100"/>
          <ac:spMkLst>
            <pc:docMk/>
            <pc:sldMk cId="243260047" sldId="256"/>
            <ac:spMk id="24" creationId="{0F755AC5-F3F7-83B3-6A92-993A8DB968EC}"/>
          </ac:spMkLst>
        </pc:spChg>
        <pc:spChg chg="add del mod modVis">
          <ac:chgData name="Lefevre, James" userId="01575f60-9c0f-4533-81c6-2f4fbae52aed" providerId="ADAL" clId="{1587EC0B-5274-5D14-A060-1260EEE98B79}" dt="2026-01-21T22:16:07.206" v="2136"/>
          <ac:spMkLst>
            <pc:docMk/>
            <pc:sldMk cId="243260047" sldId="256"/>
            <ac:spMk id="25" creationId="{BBBBC9C8-2127-4565-E627-721A77833AA4}"/>
          </ac:spMkLst>
        </pc:spChg>
        <pc:spChg chg="add del mod modVis">
          <ac:chgData name="Lefevre, James" userId="01575f60-9c0f-4533-81c6-2f4fbae52aed" providerId="ADAL" clId="{1587EC0B-5274-5D14-A060-1260EEE98B79}" dt="2026-01-21T22:17:48.213" v="2169"/>
          <ac:spMkLst>
            <pc:docMk/>
            <pc:sldMk cId="243260047" sldId="256"/>
            <ac:spMk id="26" creationId="{153B3EAE-DBFA-095D-4C17-EB05F2500962}"/>
          </ac:spMkLst>
        </pc:spChg>
        <pc:graphicFrameChg chg="mod">
          <ac:chgData name="Lefevre, James" userId="01575f60-9c0f-4533-81c6-2f4fbae52aed" providerId="ADAL" clId="{1587EC0B-5274-5D14-A060-1260EEE98B79}" dt="2026-01-21T22:17:48.214" v="2171"/>
          <ac:graphicFrameMkLst>
            <pc:docMk/>
            <pc:sldMk cId="243260047" sldId="256"/>
            <ac:graphicFrameMk id="4" creationId="{B2B2ADEC-5FFB-4722-86DF-0A6FC6AAF832}"/>
          </ac:graphicFrameMkLst>
        </pc:graphicFrameChg>
        <pc:graphicFrameChg chg="mod modGraphic">
          <ac:chgData name="Lefevre, James" userId="01575f60-9c0f-4533-81c6-2f4fbae52aed" providerId="ADAL" clId="{1587EC0B-5274-5D14-A060-1260EEE98B79}" dt="2026-01-21T22:19:28.239" v="2180" actId="122"/>
          <ac:graphicFrameMkLst>
            <pc:docMk/>
            <pc:sldMk cId="243260047" sldId="256"/>
            <ac:graphicFrameMk id="9" creationId="{6E56B305-EC1E-BE0E-D1FE-A206E4EE3158}"/>
          </ac:graphicFrameMkLst>
        </pc:graphicFrameChg>
        <pc:graphicFrameChg chg="del">
          <ac:chgData name="Lefevre, James" userId="01575f60-9c0f-4533-81c6-2f4fbae52aed" providerId="ADAL" clId="{1587EC0B-5274-5D14-A060-1260EEE98B79}" dt="2026-01-21T22:19:07.157" v="2178" actId="478"/>
          <ac:graphicFrameMkLst>
            <pc:docMk/>
            <pc:sldMk cId="243260047" sldId="256"/>
            <ac:graphicFrameMk id="14" creationId="{F134B07E-B412-5CDB-75B8-874FBE4C8F13}"/>
          </ac:graphicFrameMkLst>
        </pc:graphicFrameChg>
      </pc:sldChg>
      <pc:sldChg chg="addSp delSp modSp mod">
        <pc:chgData name="Lefevre, James" userId="01575f60-9c0f-4533-81c6-2f4fbae52aed" providerId="ADAL" clId="{1587EC0B-5274-5D14-A060-1260EEE98B79}" dt="2026-01-20T16:38:25.130" v="384" actId="478"/>
        <pc:sldMkLst>
          <pc:docMk/>
          <pc:sldMk cId="2928823437" sldId="257"/>
        </pc:sldMkLst>
        <pc:spChg chg="mod">
          <ac:chgData name="Lefevre, James" userId="01575f60-9c0f-4533-81c6-2f4fbae52aed" providerId="ADAL" clId="{1587EC0B-5274-5D14-A060-1260EEE98B79}" dt="2026-01-20T16:37:25.560" v="350"/>
          <ac:spMkLst>
            <pc:docMk/>
            <pc:sldMk cId="2928823437" sldId="257"/>
            <ac:spMk id="2" creationId="{99C83444-F31C-AD62-0E68-43C94480BDDA}"/>
          </ac:spMkLst>
        </pc:spChg>
        <pc:spChg chg="mod">
          <ac:chgData name="Lefevre, James" userId="01575f60-9c0f-4533-81c6-2f4fbae52aed" providerId="ADAL" clId="{1587EC0B-5274-5D14-A060-1260EEE98B79}" dt="2026-01-20T16:37:25.561" v="351"/>
          <ac:spMkLst>
            <pc:docMk/>
            <pc:sldMk cId="2928823437" sldId="257"/>
            <ac:spMk id="3" creationId="{4BB57FEA-C47F-343C-63E3-569BF9F33A27}"/>
          </ac:spMkLst>
        </pc:spChg>
        <pc:spChg chg="mod">
          <ac:chgData name="Lefevre, James" userId="01575f60-9c0f-4533-81c6-2f4fbae52aed" providerId="ADAL" clId="{1587EC0B-5274-5D14-A060-1260EEE98B79}" dt="2026-01-20T16:37:25.566" v="372"/>
          <ac:spMkLst>
            <pc:docMk/>
            <pc:sldMk cId="2928823437" sldId="257"/>
            <ac:spMk id="9" creationId="{EFD90099-EE90-7496-9F80-2746987429D1}"/>
          </ac:spMkLst>
        </pc:spChg>
        <pc:spChg chg="mod">
          <ac:chgData name="Lefevre, James" userId="01575f60-9c0f-4533-81c6-2f4fbae52aed" providerId="ADAL" clId="{1587EC0B-5274-5D14-A060-1260EEE98B79}" dt="2026-01-20T16:37:25.565" v="367"/>
          <ac:spMkLst>
            <pc:docMk/>
            <pc:sldMk cId="2928823437" sldId="257"/>
            <ac:spMk id="22" creationId="{6737BEE2-E7FE-80FC-0E8E-4A2C45D150EB}"/>
          </ac:spMkLst>
        </pc:spChg>
        <pc:spChg chg="mod">
          <ac:chgData name="Lefevre, James" userId="01575f60-9c0f-4533-81c6-2f4fbae52aed" providerId="ADAL" clId="{1587EC0B-5274-5D14-A060-1260EEE98B79}" dt="2026-01-20T16:37:25.562" v="352"/>
          <ac:spMkLst>
            <pc:docMk/>
            <pc:sldMk cId="2928823437" sldId="257"/>
            <ac:spMk id="41" creationId="{8885D826-9CC9-C4E7-F60B-5F5C4C5737C9}"/>
          </ac:spMkLst>
        </pc:spChg>
        <pc:spChg chg="mod">
          <ac:chgData name="Lefevre, James" userId="01575f60-9c0f-4533-81c6-2f4fbae52aed" providerId="ADAL" clId="{1587EC0B-5274-5D14-A060-1260EEE98B79}" dt="2026-01-20T16:37:25.564" v="362"/>
          <ac:spMkLst>
            <pc:docMk/>
            <pc:sldMk cId="2928823437" sldId="257"/>
            <ac:spMk id="45" creationId="{E51F7C4C-16E6-7137-BA57-739AFCBC3E76}"/>
          </ac:spMkLst>
        </pc:spChg>
        <pc:spChg chg="mod">
          <ac:chgData name="Lefevre, James" userId="01575f60-9c0f-4533-81c6-2f4fbae52aed" providerId="ADAL" clId="{1587EC0B-5274-5D14-A060-1260EEE98B79}" dt="2026-01-20T16:37:25.564" v="363"/>
          <ac:spMkLst>
            <pc:docMk/>
            <pc:sldMk cId="2928823437" sldId="257"/>
            <ac:spMk id="46" creationId="{59BE58C9-BD29-3B80-6393-32FE6C1342C4}"/>
          </ac:spMkLst>
        </pc:spChg>
        <pc:spChg chg="mod">
          <ac:chgData name="Lefevre, James" userId="01575f60-9c0f-4533-81c6-2f4fbae52aed" providerId="ADAL" clId="{1587EC0B-5274-5D14-A060-1260EEE98B79}" dt="2026-01-20T16:37:25.564" v="364"/>
          <ac:spMkLst>
            <pc:docMk/>
            <pc:sldMk cId="2928823437" sldId="257"/>
            <ac:spMk id="47" creationId="{0AF1C023-0096-6809-F0FB-7610BF063211}"/>
          </ac:spMkLst>
        </pc:spChg>
        <pc:spChg chg="mod">
          <ac:chgData name="Lefevre, James" userId="01575f60-9c0f-4533-81c6-2f4fbae52aed" providerId="ADAL" clId="{1587EC0B-5274-5D14-A060-1260EEE98B79}" dt="2026-01-20T16:37:46.387" v="381" actId="1076"/>
          <ac:spMkLst>
            <pc:docMk/>
            <pc:sldMk cId="2928823437" sldId="257"/>
            <ac:spMk id="49" creationId="{C5468115-DF44-B736-C3D3-4B6DF6A7869C}"/>
          </ac:spMkLst>
        </pc:spChg>
        <pc:spChg chg="mod">
          <ac:chgData name="Lefevre, James" userId="01575f60-9c0f-4533-81c6-2f4fbae52aed" providerId="ADAL" clId="{1587EC0B-5274-5D14-A060-1260EEE98B79}" dt="2026-01-20T16:37:25.562" v="353"/>
          <ac:spMkLst>
            <pc:docMk/>
            <pc:sldMk cId="2928823437" sldId="257"/>
            <ac:spMk id="51" creationId="{A06C3124-0054-10F9-2846-B4037EB9F95D}"/>
          </ac:spMkLst>
        </pc:spChg>
        <pc:spChg chg="mod">
          <ac:chgData name="Lefevre, James" userId="01575f60-9c0f-4533-81c6-2f4fbae52aed" providerId="ADAL" clId="{1587EC0B-5274-5D14-A060-1260EEE98B79}" dt="2026-01-20T16:37:25.562" v="354"/>
          <ac:spMkLst>
            <pc:docMk/>
            <pc:sldMk cId="2928823437" sldId="257"/>
            <ac:spMk id="52" creationId="{80DE2C58-29A1-5B93-EBEA-BDF6B1752B37}"/>
          </ac:spMkLst>
        </pc:spChg>
        <pc:spChg chg="mod">
          <ac:chgData name="Lefevre, James" userId="01575f60-9c0f-4533-81c6-2f4fbae52aed" providerId="ADAL" clId="{1587EC0B-5274-5D14-A060-1260EEE98B79}" dt="2026-01-20T16:37:40.308" v="380" actId="1076"/>
          <ac:spMkLst>
            <pc:docMk/>
            <pc:sldMk cId="2928823437" sldId="257"/>
            <ac:spMk id="55" creationId="{BE3A3656-E427-019F-FFF6-02FBF3BAD516}"/>
          </ac:spMkLst>
        </pc:spChg>
        <pc:spChg chg="mod">
          <ac:chgData name="Lefevre, James" userId="01575f60-9c0f-4533-81c6-2f4fbae52aed" providerId="ADAL" clId="{1587EC0B-5274-5D14-A060-1260EEE98B79}" dt="2026-01-20T16:37:25.563" v="359"/>
          <ac:spMkLst>
            <pc:docMk/>
            <pc:sldMk cId="2928823437" sldId="257"/>
            <ac:spMk id="58" creationId="{BB597C51-9EFD-B453-E819-CC48AD11C0D8}"/>
          </ac:spMkLst>
        </pc:spChg>
        <pc:spChg chg="mod">
          <ac:chgData name="Lefevre, James" userId="01575f60-9c0f-4533-81c6-2f4fbae52aed" providerId="ADAL" clId="{1587EC0B-5274-5D14-A060-1260EEE98B79}" dt="2026-01-20T16:37:25.562" v="355"/>
          <ac:spMkLst>
            <pc:docMk/>
            <pc:sldMk cId="2928823437" sldId="257"/>
            <ac:spMk id="64" creationId="{DDD1EA5C-15AD-DC3E-7A00-EBDDB72E48AA}"/>
          </ac:spMkLst>
        </pc:spChg>
        <pc:spChg chg="mod">
          <ac:chgData name="Lefevre, James" userId="01575f60-9c0f-4533-81c6-2f4fbae52aed" providerId="ADAL" clId="{1587EC0B-5274-5D14-A060-1260EEE98B79}" dt="2026-01-20T16:37:25.563" v="356"/>
          <ac:spMkLst>
            <pc:docMk/>
            <pc:sldMk cId="2928823437" sldId="257"/>
            <ac:spMk id="65" creationId="{97CBEC76-7F87-896D-09C5-B75032C2A06C}"/>
          </ac:spMkLst>
        </pc:spChg>
        <pc:spChg chg="mod">
          <ac:chgData name="Lefevre, James" userId="01575f60-9c0f-4533-81c6-2f4fbae52aed" providerId="ADAL" clId="{1587EC0B-5274-5D14-A060-1260EEE98B79}" dt="2026-01-20T16:37:25.563" v="357"/>
          <ac:spMkLst>
            <pc:docMk/>
            <pc:sldMk cId="2928823437" sldId="257"/>
            <ac:spMk id="66" creationId="{677D05BE-FBEA-D879-5A8C-106436370077}"/>
          </ac:spMkLst>
        </pc:spChg>
        <pc:spChg chg="mod">
          <ac:chgData name="Lefevre, James" userId="01575f60-9c0f-4533-81c6-2f4fbae52aed" providerId="ADAL" clId="{1587EC0B-5274-5D14-A060-1260EEE98B79}" dt="2026-01-20T16:37:25.563" v="358"/>
          <ac:spMkLst>
            <pc:docMk/>
            <pc:sldMk cId="2928823437" sldId="257"/>
            <ac:spMk id="68" creationId="{52BF0AE4-FA8E-FA33-E04C-1D29A115BFFD}"/>
          </ac:spMkLst>
        </pc:spChg>
        <pc:spChg chg="mod">
          <ac:chgData name="Lefevre, James" userId="01575f60-9c0f-4533-81c6-2f4fbae52aed" providerId="ADAL" clId="{1587EC0B-5274-5D14-A060-1260EEE98B79}" dt="2026-01-20T16:37:25.564" v="361"/>
          <ac:spMkLst>
            <pc:docMk/>
            <pc:sldMk cId="2928823437" sldId="257"/>
            <ac:spMk id="101" creationId="{D1A4B296-2D8C-8683-FB80-A5EA0D1C8EC6}"/>
          </ac:spMkLst>
        </pc:spChg>
        <pc:spChg chg="mod">
          <ac:chgData name="Lefevre, James" userId="01575f60-9c0f-4533-81c6-2f4fbae52aed" providerId="ADAL" clId="{1587EC0B-5274-5D14-A060-1260EEE98B79}" dt="2026-01-20T16:37:25.566" v="371"/>
          <ac:spMkLst>
            <pc:docMk/>
            <pc:sldMk cId="2928823437" sldId="257"/>
            <ac:spMk id="120" creationId="{DF6DC05C-7EA0-DF78-2233-7E2A25AAC896}"/>
          </ac:spMkLst>
        </pc:spChg>
        <pc:grpChg chg="mod">
          <ac:chgData name="Lefevre, James" userId="01575f60-9c0f-4533-81c6-2f4fbae52aed" providerId="ADAL" clId="{1587EC0B-5274-5D14-A060-1260EEE98B79}" dt="2026-01-20T16:37:25.565" v="366"/>
          <ac:grpSpMkLst>
            <pc:docMk/>
            <pc:sldMk cId="2928823437" sldId="257"/>
            <ac:grpSpMk id="4" creationId="{9EE75103-08F7-1A4B-94B2-1DBAFB689056}"/>
          </ac:grpSpMkLst>
        </pc:grpChg>
        <pc:grpChg chg="mod">
          <ac:chgData name="Lefevre, James" userId="01575f60-9c0f-4533-81c6-2f4fbae52aed" providerId="ADAL" clId="{1587EC0B-5274-5D14-A060-1260EEE98B79}" dt="2026-01-20T16:37:25.566" v="373"/>
          <ac:grpSpMkLst>
            <pc:docMk/>
            <pc:sldMk cId="2928823437" sldId="257"/>
            <ac:grpSpMk id="33" creationId="{772B8B6F-9480-12A9-3A9E-3A17331C50F8}"/>
          </ac:grpSpMkLst>
        </pc:grpChg>
        <pc:grpChg chg="mod">
          <ac:chgData name="Lefevre, James" userId="01575f60-9c0f-4533-81c6-2f4fbae52aed" providerId="ADAL" clId="{1587EC0B-5274-5D14-A060-1260EEE98B79}" dt="2026-01-20T16:37:25.564" v="360"/>
          <ac:grpSpMkLst>
            <pc:docMk/>
            <pc:sldMk cId="2928823437" sldId="257"/>
            <ac:grpSpMk id="34" creationId="{49715B84-750E-88BA-1A64-F4E17FCC1AA2}"/>
          </ac:grpSpMkLst>
        </pc:grpChg>
        <pc:grpChg chg="mod">
          <ac:chgData name="Lefevre, James" userId="01575f60-9c0f-4533-81c6-2f4fbae52aed" providerId="ADAL" clId="{1587EC0B-5274-5D14-A060-1260EEE98B79}" dt="2026-01-20T16:37:25.567" v="376"/>
          <ac:grpSpMkLst>
            <pc:docMk/>
            <pc:sldMk cId="2928823437" sldId="257"/>
            <ac:grpSpMk id="38" creationId="{C230675D-DF48-D454-A0A4-81E2C433EFD1}"/>
          </ac:grpSpMkLst>
        </pc:grpChg>
        <pc:graphicFrameChg chg="mod">
          <ac:chgData name="Lefevre, James" userId="01575f60-9c0f-4533-81c6-2f4fbae52aed" providerId="ADAL" clId="{1587EC0B-5274-5D14-A060-1260EEE98B79}" dt="2026-01-20T16:37:25.568" v="379"/>
          <ac:graphicFrameMkLst>
            <pc:docMk/>
            <pc:sldMk cId="2928823437" sldId="257"/>
            <ac:graphicFrameMk id="8" creationId="{E8E93C0A-DA0A-BF88-9C31-15D9FDB842D6}"/>
          </ac:graphicFrameMkLst>
        </pc:graphicFrameChg>
        <pc:picChg chg="mod">
          <ac:chgData name="Lefevre, James" userId="01575f60-9c0f-4533-81c6-2f4fbae52aed" providerId="ADAL" clId="{1587EC0B-5274-5D14-A060-1260EEE98B79}" dt="2026-01-20T16:37:25.566" v="374"/>
          <ac:picMkLst>
            <pc:docMk/>
            <pc:sldMk cId="2928823437" sldId="257"/>
            <ac:picMk id="36" creationId="{3D14E1A4-1342-BDF1-FA77-0F2ABC417320}"/>
          </ac:picMkLst>
        </pc:picChg>
        <pc:picChg chg="mod">
          <ac:chgData name="Lefevre, James" userId="01575f60-9c0f-4533-81c6-2f4fbae52aed" providerId="ADAL" clId="{1587EC0B-5274-5D14-A060-1260EEE98B79}" dt="2026-01-20T16:37:25.566" v="375"/>
          <ac:picMkLst>
            <pc:docMk/>
            <pc:sldMk cId="2928823437" sldId="257"/>
            <ac:picMk id="37" creationId="{58101BB7-7FCA-14D1-6EC3-3E418A08D453}"/>
          </ac:picMkLst>
        </pc:picChg>
        <pc:picChg chg="mod">
          <ac:chgData name="Lefevre, James" userId="01575f60-9c0f-4533-81c6-2f4fbae52aed" providerId="ADAL" clId="{1587EC0B-5274-5D14-A060-1260EEE98B79}" dt="2026-01-20T16:37:25.565" v="369"/>
          <ac:picMkLst>
            <pc:docMk/>
            <pc:sldMk cId="2928823437" sldId="257"/>
            <ac:picMk id="113" creationId="{DE02DF6D-3CA0-AC80-85C4-3CDCD0DC4E20}"/>
          </ac:picMkLst>
        </pc:picChg>
        <pc:picChg chg="mod">
          <ac:chgData name="Lefevre, James" userId="01575f60-9c0f-4533-81c6-2f4fbae52aed" providerId="ADAL" clId="{1587EC0B-5274-5D14-A060-1260EEE98B79}" dt="2026-01-20T16:37:25.565" v="370"/>
          <ac:picMkLst>
            <pc:docMk/>
            <pc:sldMk cId="2928823437" sldId="257"/>
            <ac:picMk id="119" creationId="{C1E3953E-678A-BF0E-41A7-509E4019F75C}"/>
          </ac:picMkLst>
        </pc:picChg>
        <pc:cxnChg chg="mod">
          <ac:chgData name="Lefevre, James" userId="01575f60-9c0f-4533-81c6-2f4fbae52aed" providerId="ADAL" clId="{1587EC0B-5274-5D14-A060-1260EEE98B79}" dt="2026-01-20T16:37:25.565" v="368"/>
          <ac:cxnSpMkLst>
            <pc:docMk/>
            <pc:sldMk cId="2928823437" sldId="257"/>
            <ac:cxnSpMk id="30" creationId="{67B29015-AB2E-DB0D-5AAD-8DC3BDA6EC86}"/>
          </ac:cxnSpMkLst>
        </pc:cxnChg>
      </pc:sldChg>
      <pc:sldChg chg="modSp add mod ord">
        <pc:chgData name="Lefevre, James" userId="01575f60-9c0f-4533-81c6-2f4fbae52aed" providerId="ADAL" clId="{1587EC0B-5274-5D14-A060-1260EEE98B79}" dt="2026-01-22T15:43:25.453" v="2248" actId="20577"/>
        <pc:sldMkLst>
          <pc:docMk/>
          <pc:sldMk cId="1246789815" sldId="258"/>
        </pc:sldMkLst>
        <pc:spChg chg="mod">
          <ac:chgData name="Lefevre, James" userId="01575f60-9c0f-4533-81c6-2f4fbae52aed" providerId="ADAL" clId="{1587EC0B-5274-5D14-A060-1260EEE98B79}" dt="2026-01-22T15:43:25.453" v="2248" actId="20577"/>
          <ac:spMkLst>
            <pc:docMk/>
            <pc:sldMk cId="1246789815" sldId="258"/>
            <ac:spMk id="2" creationId="{BB3736E7-0A7E-CC6F-2054-A57FA01DF894}"/>
          </ac:spMkLst>
        </pc:spChg>
        <pc:spChg chg="mod">
          <ac:chgData name="Lefevre, James" userId="01575f60-9c0f-4533-81c6-2f4fbae52aed" providerId="ADAL" clId="{1587EC0B-5274-5D14-A060-1260EEE98B79}" dt="2026-01-22T15:39:00.050" v="2240" actId="20577"/>
          <ac:spMkLst>
            <pc:docMk/>
            <pc:sldMk cId="1246789815" sldId="258"/>
            <ac:spMk id="3" creationId="{84A4A1B3-50E4-AF85-B11D-CAE7D0D864D7}"/>
          </ac:spMkLst>
        </pc:spChg>
      </pc:sldChg>
      <pc:sldChg chg="modSp mod">
        <pc:chgData name="Lefevre, James" userId="01575f60-9c0f-4533-81c6-2f4fbae52aed" providerId="ADAL" clId="{1587EC0B-5274-5D14-A060-1260EEE98B79}" dt="2026-01-21T16:20:33.036" v="1385" actId="12"/>
        <pc:sldMkLst>
          <pc:docMk/>
          <pc:sldMk cId="1138812749" sldId="259"/>
        </pc:sldMkLst>
        <pc:spChg chg="mod">
          <ac:chgData name="Lefevre, James" userId="01575f60-9c0f-4533-81c6-2f4fbae52aed" providerId="ADAL" clId="{1587EC0B-5274-5D14-A060-1260EEE98B79}" dt="2026-01-21T16:20:33.036" v="1385" actId="12"/>
          <ac:spMkLst>
            <pc:docMk/>
            <pc:sldMk cId="1138812749" sldId="259"/>
            <ac:spMk id="22" creationId="{679FB748-6FF1-8AE9-B7A2-AA713E103C3E}"/>
          </ac:spMkLst>
        </pc:spChg>
      </pc:sldChg>
      <pc:sldChg chg="modSp add mod">
        <pc:chgData name="Lefevre, James" userId="01575f60-9c0f-4533-81c6-2f4fbae52aed" providerId="ADAL" clId="{1587EC0B-5274-5D14-A060-1260EEE98B79}" dt="2026-01-22T16:41:58.508" v="4338" actId="20577"/>
        <pc:sldMkLst>
          <pc:docMk/>
          <pc:sldMk cId="2345780084" sldId="259"/>
        </pc:sldMkLst>
        <pc:spChg chg="mod">
          <ac:chgData name="Lefevre, James" userId="01575f60-9c0f-4533-81c6-2f4fbae52aed" providerId="ADAL" clId="{1587EC0B-5274-5D14-A060-1260EEE98B79}" dt="2026-01-22T16:41:58.508" v="4338" actId="20577"/>
          <ac:spMkLst>
            <pc:docMk/>
            <pc:sldMk cId="2345780084" sldId="259"/>
            <ac:spMk id="2" creationId="{DB10F7D8-F791-B7EB-81F5-A28136F1103F}"/>
          </ac:spMkLst>
        </pc:spChg>
        <pc:spChg chg="mod">
          <ac:chgData name="Lefevre, James" userId="01575f60-9c0f-4533-81c6-2f4fbae52aed" providerId="ADAL" clId="{1587EC0B-5274-5D14-A060-1260EEE98B79}" dt="2026-01-22T16:41:54.105" v="4320" actId="20577"/>
          <ac:spMkLst>
            <pc:docMk/>
            <pc:sldMk cId="2345780084" sldId="259"/>
            <ac:spMk id="3" creationId="{EE6B75D6-90E5-8F88-0B6D-B90495B0827A}"/>
          </ac:spMkLst>
        </pc:spChg>
      </pc:sldChg>
      <pc:sldChg chg="addSp delSp modSp add del mod">
        <pc:chgData name="Lefevre, James" userId="01575f60-9c0f-4533-81c6-2f4fbae52aed" providerId="ADAL" clId="{1587EC0B-5274-5D14-A060-1260EEE98B79}" dt="2026-01-22T16:11:25.040" v="3585" actId="2696"/>
        <pc:sldMkLst>
          <pc:docMk/>
          <pc:sldMk cId="2539179941" sldId="259"/>
        </pc:sldMkLst>
        <pc:spChg chg="mod">
          <ac:chgData name="Lefevre, James" userId="01575f60-9c0f-4533-81c6-2f4fbae52aed" providerId="ADAL" clId="{1587EC0B-5274-5D14-A060-1260EEE98B79}" dt="2026-01-22T15:44:47.639" v="2309" actId="948"/>
          <ac:spMkLst>
            <pc:docMk/>
            <pc:sldMk cId="2539179941" sldId="259"/>
            <ac:spMk id="2" creationId="{3654330B-407C-D25C-B9D5-E5503560DA1E}"/>
          </ac:spMkLst>
        </pc:spChg>
        <pc:spChg chg="mod">
          <ac:chgData name="Lefevre, James" userId="01575f60-9c0f-4533-81c6-2f4fbae52aed" providerId="ADAL" clId="{1587EC0B-5274-5D14-A060-1260EEE98B79}" dt="2026-01-22T16:03:55.557" v="3434" actId="20577"/>
          <ac:spMkLst>
            <pc:docMk/>
            <pc:sldMk cId="2539179941" sldId="259"/>
            <ac:spMk id="3" creationId="{DCC3CF78-38AB-6CE3-BD0F-8ECBDAD06FF9}"/>
          </ac:spMkLst>
        </pc:spChg>
        <pc:spChg chg="add del mod modVis">
          <ac:chgData name="Lefevre, James" userId="01575f60-9c0f-4533-81c6-2f4fbae52aed" providerId="ADAL" clId="{1587EC0B-5274-5D14-A060-1260EEE98B79}" dt="2026-01-22T15:44:09.500" v="2303" actId="962"/>
          <ac:spMkLst>
            <pc:docMk/>
            <pc:sldMk cId="2539179941" sldId="259"/>
            <ac:spMk id="4" creationId="{0CB98890-AC43-7746-AEFB-7552C931049A}"/>
          </ac:spMkLst>
        </pc:spChg>
        <pc:spChg chg="add del mod modVis">
          <ac:chgData name="Lefevre, James" userId="01575f60-9c0f-4533-81c6-2f4fbae52aed" providerId="ADAL" clId="{1587EC0B-5274-5D14-A060-1260EEE98B79}" dt="2026-01-22T15:44:47.664" v="2331"/>
          <ac:spMkLst>
            <pc:docMk/>
            <pc:sldMk cId="2539179941" sldId="259"/>
            <ac:spMk id="6" creationId="{DDD0C946-B5BE-1D5B-DC39-89B4FCEC740C}"/>
          </ac:spMkLst>
        </pc:spChg>
        <pc:spChg chg="add mod">
          <ac:chgData name="Lefevre, James" userId="01575f60-9c0f-4533-81c6-2f4fbae52aed" providerId="ADAL" clId="{1587EC0B-5274-5D14-A060-1260EEE98B79}" dt="2026-01-22T16:07:18.324" v="3551" actId="20577"/>
          <ac:spMkLst>
            <pc:docMk/>
            <pc:sldMk cId="2539179941" sldId="259"/>
            <ac:spMk id="7" creationId="{E1CC6017-57EF-C9E7-7305-8AE6E2A9B6A6}"/>
          </ac:spMkLst>
        </pc:spChg>
        <pc:graphicFrameChg chg="mod">
          <ac:chgData name="Lefevre, James" userId="01575f60-9c0f-4533-81c6-2f4fbae52aed" providerId="ADAL" clId="{1587EC0B-5274-5D14-A060-1260EEE98B79}" dt="2026-01-22T15:44:47.665" v="2333"/>
          <ac:graphicFrameMkLst>
            <pc:docMk/>
            <pc:sldMk cId="2539179941" sldId="259"/>
            <ac:graphicFrameMk id="5" creationId="{847AE435-1A3E-0578-F289-DC75AF1FDD53}"/>
          </ac:graphicFrameMkLst>
        </pc:graphicFrameChg>
      </pc:sldChg>
      <pc:sldChg chg="new del">
        <pc:chgData name="Lefevre, James" userId="01575f60-9c0f-4533-81c6-2f4fbae52aed" providerId="ADAL" clId="{1587EC0B-5274-5D14-A060-1260EEE98B79}" dt="2026-01-22T15:43:13.636" v="2244" actId="2696"/>
        <pc:sldMkLst>
          <pc:docMk/>
          <pc:sldMk cId="2691903840" sldId="259"/>
        </pc:sldMkLst>
      </pc:sldChg>
      <pc:sldChg chg="addSp delSp modSp mod">
        <pc:chgData name="Lefevre, James" userId="01575f60-9c0f-4533-81c6-2f4fbae52aed" providerId="ADAL" clId="{1587EC0B-5274-5D14-A060-1260EEE98B79}" dt="2026-01-20T16:46:16.098" v="852" actId="478"/>
        <pc:sldMkLst>
          <pc:docMk/>
          <pc:sldMk cId="440314001" sldId="261"/>
        </pc:sldMkLst>
        <pc:spChg chg="mod">
          <ac:chgData name="Lefevre, James" userId="01575f60-9c0f-4533-81c6-2f4fbae52aed" providerId="ADAL" clId="{1587EC0B-5274-5D14-A060-1260EEE98B79}" dt="2026-01-20T16:46:01.654" v="820" actId="948"/>
          <ac:spMkLst>
            <pc:docMk/>
            <pc:sldMk cId="440314001" sldId="261"/>
            <ac:spMk id="2" creationId="{FAA2AFBB-CC7A-E363-6470-8E2E6FD04D17}"/>
          </ac:spMkLst>
        </pc:spChg>
        <pc:graphicFrameChg chg="mod">
          <ac:chgData name="Lefevre, James" userId="01575f60-9c0f-4533-81c6-2f4fbae52aed" providerId="ADAL" clId="{1587EC0B-5274-5D14-A060-1260EEE98B79}" dt="2026-01-20T16:46:01.678" v="851"/>
          <ac:graphicFrameMkLst>
            <pc:docMk/>
            <pc:sldMk cId="440314001" sldId="261"/>
            <ac:graphicFrameMk id="15" creationId="{7077FDE1-2F11-A078-DF4F-AE9C4FE4D6AF}"/>
          </ac:graphicFrameMkLst>
        </pc:graphicFrameChg>
      </pc:sldChg>
      <pc:sldChg chg="addSp delSp modSp mod">
        <pc:chgData name="Lefevre, James" userId="01575f60-9c0f-4533-81c6-2f4fbae52aed" providerId="ADAL" clId="{1587EC0B-5274-5D14-A060-1260EEE98B79}" dt="2026-01-20T19:14:45.614" v="1328" actId="20577"/>
        <pc:sldMkLst>
          <pc:docMk/>
          <pc:sldMk cId="3780708115" sldId="262"/>
        </pc:sldMkLst>
        <pc:spChg chg="mod">
          <ac:chgData name="Lefevre, James" userId="01575f60-9c0f-4533-81c6-2f4fbae52aed" providerId="ADAL" clId="{1587EC0B-5274-5D14-A060-1260EEE98B79}" dt="2026-01-20T19:14:45.614" v="1328" actId="20577"/>
          <ac:spMkLst>
            <pc:docMk/>
            <pc:sldMk cId="3780708115" sldId="262"/>
            <ac:spMk id="54" creationId="{18209792-34D9-73F7-E0B5-7D82F5FB4DDB}"/>
          </ac:spMkLst>
        </pc:spChg>
        <pc:spChg chg="mod">
          <ac:chgData name="Lefevre, James" userId="01575f60-9c0f-4533-81c6-2f4fbae52aed" providerId="ADAL" clId="{1587EC0B-5274-5D14-A060-1260EEE98B79}" dt="2026-01-20T16:58:24.611" v="1311" actId="404"/>
          <ac:spMkLst>
            <pc:docMk/>
            <pc:sldMk cId="3780708115" sldId="262"/>
            <ac:spMk id="55" creationId="{AADDB2C7-17B3-E497-BAE4-345AD97CD42F}"/>
          </ac:spMkLst>
        </pc:spChg>
      </pc:sldChg>
      <pc:sldChg chg="modSp add del mod">
        <pc:chgData name="Lefevre, James" userId="01575f60-9c0f-4533-81c6-2f4fbae52aed" providerId="ADAL" clId="{1587EC0B-5274-5D14-A060-1260EEE98B79}" dt="2026-01-22T16:40:43.310" v="4315" actId="2696"/>
        <pc:sldMkLst>
          <pc:docMk/>
          <pc:sldMk cId="395264108" sldId="264"/>
        </pc:sldMkLst>
        <pc:spChg chg="mod">
          <ac:chgData name="Lefevre, James" userId="01575f60-9c0f-4533-81c6-2f4fbae52aed" providerId="ADAL" clId="{1587EC0B-5274-5D14-A060-1260EEE98B79}" dt="2026-01-22T15:49:22.800" v="2412" actId="20577"/>
          <ac:spMkLst>
            <pc:docMk/>
            <pc:sldMk cId="395264108" sldId="264"/>
            <ac:spMk id="2" creationId="{E89A4A5D-A641-4B8C-8DB9-C213C0AE27FA}"/>
          </ac:spMkLst>
        </pc:spChg>
        <pc:spChg chg="mod">
          <ac:chgData name="Lefevre, James" userId="01575f60-9c0f-4533-81c6-2f4fbae52aed" providerId="ADAL" clId="{1587EC0B-5274-5D14-A060-1260EEE98B79}" dt="2026-01-22T15:49:17.190" v="2395" actId="20577"/>
          <ac:spMkLst>
            <pc:docMk/>
            <pc:sldMk cId="395264108" sldId="264"/>
            <ac:spMk id="3" creationId="{BF262A1D-DE1B-6F7D-7371-5BCA6FC171B0}"/>
          </ac:spMkLst>
        </pc:spChg>
      </pc:sldChg>
      <pc:sldChg chg="new del">
        <pc:chgData name="Lefevre, James" userId="01575f60-9c0f-4533-81c6-2f4fbae52aed" providerId="ADAL" clId="{1587EC0B-5274-5D14-A060-1260EEE98B79}" dt="2026-01-22T15:49:09.469" v="2392" actId="2696"/>
        <pc:sldMkLst>
          <pc:docMk/>
          <pc:sldMk cId="1557753960" sldId="264"/>
        </pc:sldMkLst>
      </pc:sldChg>
      <pc:sldChg chg="addSp delSp modSp add mod modShow">
        <pc:chgData name="Lefevre, James" userId="01575f60-9c0f-4533-81c6-2f4fbae52aed" providerId="ADAL" clId="{1587EC0B-5274-5D14-A060-1260EEE98B79}" dt="2026-01-22T18:50:26.186" v="7898" actId="20577"/>
        <pc:sldMkLst>
          <pc:docMk/>
          <pc:sldMk cId="3662114872" sldId="264"/>
        </pc:sldMkLst>
        <pc:spChg chg="mod">
          <ac:chgData name="Lefevre, James" userId="01575f60-9c0f-4533-81c6-2f4fbae52aed" providerId="ADAL" clId="{1587EC0B-5274-5D14-A060-1260EEE98B79}" dt="2026-01-22T17:09:08.696" v="5963"/>
          <ac:spMkLst>
            <pc:docMk/>
            <pc:sldMk cId="3662114872" sldId="264"/>
            <ac:spMk id="2" creationId="{A85BD5E7-77AF-F324-B758-5E526A9A60CC}"/>
          </ac:spMkLst>
        </pc:spChg>
        <pc:spChg chg="add del mod">
          <ac:chgData name="Lefevre, James" userId="01575f60-9c0f-4533-81c6-2f4fbae52aed" providerId="ADAL" clId="{1587EC0B-5274-5D14-A060-1260EEE98B79}" dt="2026-01-22T16:48:12.564" v="4377"/>
          <ac:spMkLst>
            <pc:docMk/>
            <pc:sldMk cId="3662114872" sldId="264"/>
            <ac:spMk id="3" creationId="{3E86AB34-5908-A70C-62AD-47767BA326E1}"/>
          </ac:spMkLst>
        </pc:spChg>
        <pc:spChg chg="add del mod">
          <ac:chgData name="Lefevre, James" userId="01575f60-9c0f-4533-81c6-2f4fbae52aed" providerId="ADAL" clId="{1587EC0B-5274-5D14-A060-1260EEE98B79}" dt="2026-01-22T16:55:55.187" v="5880" actId="478"/>
          <ac:spMkLst>
            <pc:docMk/>
            <pc:sldMk cId="3662114872" sldId="264"/>
            <ac:spMk id="7" creationId="{A5D08DE8-19E7-31D8-930B-65F08F36552D}"/>
          </ac:spMkLst>
        </pc:spChg>
        <pc:spChg chg="add del mod modVis">
          <ac:chgData name="Lefevre, James" userId="01575f60-9c0f-4533-81c6-2f4fbae52aed" providerId="ADAL" clId="{1587EC0B-5274-5D14-A060-1260EEE98B79}" dt="2026-01-22T16:53:41.455" v="4495"/>
          <ac:spMkLst>
            <pc:docMk/>
            <pc:sldMk cId="3662114872" sldId="264"/>
            <ac:spMk id="8" creationId="{09700901-619E-417B-6038-58551ACAA738}"/>
          </ac:spMkLst>
        </pc:spChg>
        <pc:spChg chg="add del mod modVis">
          <ac:chgData name="Lefevre, James" userId="01575f60-9c0f-4533-81c6-2f4fbae52aed" providerId="ADAL" clId="{1587EC0B-5274-5D14-A060-1260EEE98B79}" dt="2026-01-22T16:53:44.448" v="4541"/>
          <ac:spMkLst>
            <pc:docMk/>
            <pc:sldMk cId="3662114872" sldId="264"/>
            <ac:spMk id="9" creationId="{46662650-469A-B101-283B-0A34EF3C2EF2}"/>
          </ac:spMkLst>
        </pc:spChg>
        <pc:spChg chg="add del mod modVis">
          <ac:chgData name="Lefevre, James" userId="01575f60-9c0f-4533-81c6-2f4fbae52aed" providerId="ADAL" clId="{1587EC0B-5274-5D14-A060-1260EEE98B79}" dt="2026-01-22T16:53:53.168" v="4586"/>
          <ac:spMkLst>
            <pc:docMk/>
            <pc:sldMk cId="3662114872" sldId="264"/>
            <ac:spMk id="10" creationId="{725A1E12-F840-E0DC-CA5B-B37007D31A36}"/>
          </ac:spMkLst>
        </pc:spChg>
        <pc:spChg chg="add del mod modVis">
          <ac:chgData name="Lefevre, James" userId="01575f60-9c0f-4533-81c6-2f4fbae52aed" providerId="ADAL" clId="{1587EC0B-5274-5D14-A060-1260EEE98B79}" dt="2026-01-22T16:53:54.743" v="4637"/>
          <ac:spMkLst>
            <pc:docMk/>
            <pc:sldMk cId="3662114872" sldId="264"/>
            <ac:spMk id="11" creationId="{0E0BA9E9-5A31-9A13-F437-3DB4C8BE808A}"/>
          </ac:spMkLst>
        </pc:spChg>
        <pc:spChg chg="add del mod modVis">
          <ac:chgData name="Lefevre, James" userId="01575f60-9c0f-4533-81c6-2f4fbae52aed" providerId="ADAL" clId="{1587EC0B-5274-5D14-A060-1260EEE98B79}" dt="2026-01-22T16:53:56.315" v="4683"/>
          <ac:spMkLst>
            <pc:docMk/>
            <pc:sldMk cId="3662114872" sldId="264"/>
            <ac:spMk id="12" creationId="{D88655B2-405C-D95E-83DE-100A7EDF5193}"/>
          </ac:spMkLst>
        </pc:spChg>
        <pc:spChg chg="add del mod modVis">
          <ac:chgData name="Lefevre, James" userId="01575f60-9c0f-4533-81c6-2f4fbae52aed" providerId="ADAL" clId="{1587EC0B-5274-5D14-A060-1260EEE98B79}" dt="2026-01-22T16:53:57.085" v="4729"/>
          <ac:spMkLst>
            <pc:docMk/>
            <pc:sldMk cId="3662114872" sldId="264"/>
            <ac:spMk id="13" creationId="{BB7CF5FE-AE42-4682-B747-30145BD77B0E}"/>
          </ac:spMkLst>
        </pc:spChg>
        <pc:spChg chg="add del mod modVis">
          <ac:chgData name="Lefevre, James" userId="01575f60-9c0f-4533-81c6-2f4fbae52aed" providerId="ADAL" clId="{1587EC0B-5274-5D14-A060-1260EEE98B79}" dt="2026-01-22T16:53:59.080" v="4783"/>
          <ac:spMkLst>
            <pc:docMk/>
            <pc:sldMk cId="3662114872" sldId="264"/>
            <ac:spMk id="14" creationId="{D9837664-2508-2B3A-241A-AB4BEBE4AFA9}"/>
          </ac:spMkLst>
        </pc:spChg>
        <pc:spChg chg="mod">
          <ac:chgData name="Lefevre, James" userId="01575f60-9c0f-4533-81c6-2f4fbae52aed" providerId="ADAL" clId="{1587EC0B-5274-5D14-A060-1260EEE98B79}" dt="2026-01-22T18:50:26.186" v="7898" actId="20577"/>
          <ac:spMkLst>
            <pc:docMk/>
            <pc:sldMk cId="3662114872" sldId="264"/>
            <ac:spMk id="15" creationId="{638E7F23-4766-715D-5EB9-A8F9A5034986}"/>
          </ac:spMkLst>
        </pc:spChg>
        <pc:spChg chg="add del mod modVis">
          <ac:chgData name="Lefevre, James" userId="01575f60-9c0f-4533-81c6-2f4fbae52aed" providerId="ADAL" clId="{1587EC0B-5274-5D14-A060-1260EEE98B79}" dt="2026-01-22T16:54:00.327" v="4833"/>
          <ac:spMkLst>
            <pc:docMk/>
            <pc:sldMk cId="3662114872" sldId="264"/>
            <ac:spMk id="16" creationId="{96BB43A6-43C2-D485-CB9D-1000A5E8FEAE}"/>
          </ac:spMkLst>
        </pc:spChg>
        <pc:spChg chg="add del mod modVis">
          <ac:chgData name="Lefevre, James" userId="01575f60-9c0f-4533-81c6-2f4fbae52aed" providerId="ADAL" clId="{1587EC0B-5274-5D14-A060-1260EEE98B79}" dt="2026-01-22T16:54:05.643" v="4898"/>
          <ac:spMkLst>
            <pc:docMk/>
            <pc:sldMk cId="3662114872" sldId="264"/>
            <ac:spMk id="17" creationId="{2F667C5D-2772-4E17-A72A-B16D2EB8278A}"/>
          </ac:spMkLst>
        </pc:spChg>
        <pc:spChg chg="add del mod modVis">
          <ac:chgData name="Lefevre, James" userId="01575f60-9c0f-4533-81c6-2f4fbae52aed" providerId="ADAL" clId="{1587EC0B-5274-5D14-A060-1260EEE98B79}" dt="2026-01-22T16:54:08.617" v="4956"/>
          <ac:spMkLst>
            <pc:docMk/>
            <pc:sldMk cId="3662114872" sldId="264"/>
            <ac:spMk id="18" creationId="{E2EED730-C66C-9607-4364-77B4AC410118}"/>
          </ac:spMkLst>
        </pc:spChg>
        <pc:spChg chg="add del mod modVis">
          <ac:chgData name="Lefevre, James" userId="01575f60-9c0f-4533-81c6-2f4fbae52aed" providerId="ADAL" clId="{1587EC0B-5274-5D14-A060-1260EEE98B79}" dt="2026-01-22T16:54:09.591" v="5003"/>
          <ac:spMkLst>
            <pc:docMk/>
            <pc:sldMk cId="3662114872" sldId="264"/>
            <ac:spMk id="19" creationId="{81D89BFB-6C3C-3A02-7632-EBC99EC2330F}"/>
          </ac:spMkLst>
        </pc:spChg>
        <pc:spChg chg="add del mod modVis">
          <ac:chgData name="Lefevre, James" userId="01575f60-9c0f-4533-81c6-2f4fbae52aed" providerId="ADAL" clId="{1587EC0B-5274-5D14-A060-1260EEE98B79}" dt="2026-01-22T16:54:10.887" v="5051"/>
          <ac:spMkLst>
            <pc:docMk/>
            <pc:sldMk cId="3662114872" sldId="264"/>
            <ac:spMk id="20" creationId="{91289DA8-BCF3-0FCB-0AC8-88D2195C232B}"/>
          </ac:spMkLst>
        </pc:spChg>
        <pc:spChg chg="add del mod modVis">
          <ac:chgData name="Lefevre, James" userId="01575f60-9c0f-4533-81c6-2f4fbae52aed" providerId="ADAL" clId="{1587EC0B-5274-5D14-A060-1260EEE98B79}" dt="2026-01-22T16:54:13.450" v="5097"/>
          <ac:spMkLst>
            <pc:docMk/>
            <pc:sldMk cId="3662114872" sldId="264"/>
            <ac:spMk id="21" creationId="{C170BE95-3CF3-0055-F98D-7C92650FAFD6}"/>
          </ac:spMkLst>
        </pc:spChg>
        <pc:spChg chg="add del mod modVis">
          <ac:chgData name="Lefevre, James" userId="01575f60-9c0f-4533-81c6-2f4fbae52aed" providerId="ADAL" clId="{1587EC0B-5274-5D14-A060-1260EEE98B79}" dt="2026-01-22T16:54:14.692" v="5142"/>
          <ac:spMkLst>
            <pc:docMk/>
            <pc:sldMk cId="3662114872" sldId="264"/>
            <ac:spMk id="22" creationId="{F36E8BEA-9A2B-58C0-3E02-BE2F38B6E7C8}"/>
          </ac:spMkLst>
        </pc:spChg>
        <pc:spChg chg="add del mod modVis">
          <ac:chgData name="Lefevre, James" userId="01575f60-9c0f-4533-81c6-2f4fbae52aed" providerId="ADAL" clId="{1587EC0B-5274-5D14-A060-1260EEE98B79}" dt="2026-01-22T16:54:40.214" v="5185"/>
          <ac:spMkLst>
            <pc:docMk/>
            <pc:sldMk cId="3662114872" sldId="264"/>
            <ac:spMk id="23" creationId="{507E4455-6392-30CE-2653-D4FA6021668E}"/>
          </ac:spMkLst>
        </pc:spChg>
        <pc:spChg chg="add del mod modVis">
          <ac:chgData name="Lefevre, James" userId="01575f60-9c0f-4533-81c6-2f4fbae52aed" providerId="ADAL" clId="{1587EC0B-5274-5D14-A060-1260EEE98B79}" dt="2026-01-22T16:55:12.060" v="5234"/>
          <ac:spMkLst>
            <pc:docMk/>
            <pc:sldMk cId="3662114872" sldId="264"/>
            <ac:spMk id="24" creationId="{67C6DA64-437A-3131-7B27-04E692A57919}"/>
          </ac:spMkLst>
        </pc:spChg>
        <pc:spChg chg="add del mod modVis">
          <ac:chgData name="Lefevre, James" userId="01575f60-9c0f-4533-81c6-2f4fbae52aed" providerId="ADAL" clId="{1587EC0B-5274-5D14-A060-1260EEE98B79}" dt="2026-01-22T16:55:15.903" v="5277"/>
          <ac:spMkLst>
            <pc:docMk/>
            <pc:sldMk cId="3662114872" sldId="264"/>
            <ac:spMk id="25" creationId="{69B8C8BB-0119-16F2-B2F2-6AFE63403DBE}"/>
          </ac:spMkLst>
        </pc:spChg>
        <pc:spChg chg="add del mod modVis">
          <ac:chgData name="Lefevre, James" userId="01575f60-9c0f-4533-81c6-2f4fbae52aed" providerId="ADAL" clId="{1587EC0B-5274-5D14-A060-1260EEE98B79}" dt="2026-01-22T16:55:17.621" v="5320"/>
          <ac:spMkLst>
            <pc:docMk/>
            <pc:sldMk cId="3662114872" sldId="264"/>
            <ac:spMk id="26" creationId="{05A12860-8C55-61E2-74DB-D44316F6905F}"/>
          </ac:spMkLst>
        </pc:spChg>
        <pc:spChg chg="add del mod modVis">
          <ac:chgData name="Lefevre, James" userId="01575f60-9c0f-4533-81c6-2f4fbae52aed" providerId="ADAL" clId="{1587EC0B-5274-5D14-A060-1260EEE98B79}" dt="2026-01-22T16:55:22.979" v="5372"/>
          <ac:spMkLst>
            <pc:docMk/>
            <pc:sldMk cId="3662114872" sldId="264"/>
            <ac:spMk id="27" creationId="{F27977EC-C3C3-340A-8A18-728C74990DCC}"/>
          </ac:spMkLst>
        </pc:spChg>
        <pc:spChg chg="add del mod modVis">
          <ac:chgData name="Lefevre, James" userId="01575f60-9c0f-4533-81c6-2f4fbae52aed" providerId="ADAL" clId="{1587EC0B-5274-5D14-A060-1260EEE98B79}" dt="2026-01-22T16:55:24.353" v="5424"/>
          <ac:spMkLst>
            <pc:docMk/>
            <pc:sldMk cId="3662114872" sldId="264"/>
            <ac:spMk id="28" creationId="{3BD99EF2-B708-98AA-8AED-7F3772DD9152}"/>
          </ac:spMkLst>
        </pc:spChg>
        <pc:spChg chg="add del mod modVis">
          <ac:chgData name="Lefevre, James" userId="01575f60-9c0f-4533-81c6-2f4fbae52aed" providerId="ADAL" clId="{1587EC0B-5274-5D14-A060-1260EEE98B79}" dt="2026-01-22T16:55:26.368" v="5486"/>
          <ac:spMkLst>
            <pc:docMk/>
            <pc:sldMk cId="3662114872" sldId="264"/>
            <ac:spMk id="29" creationId="{18008D26-3A8C-6C7F-D38C-342514EF5D21}"/>
          </ac:spMkLst>
        </pc:spChg>
        <pc:spChg chg="add del mod modVis">
          <ac:chgData name="Lefevre, James" userId="01575f60-9c0f-4533-81c6-2f4fbae52aed" providerId="ADAL" clId="{1587EC0B-5274-5D14-A060-1260EEE98B79}" dt="2026-01-22T16:55:29.527" v="5552"/>
          <ac:spMkLst>
            <pc:docMk/>
            <pc:sldMk cId="3662114872" sldId="264"/>
            <ac:spMk id="30" creationId="{DCF0BA81-E422-0EF3-B16D-2242F1F29AE7}"/>
          </ac:spMkLst>
        </pc:spChg>
        <pc:spChg chg="add del mod modVis">
          <ac:chgData name="Lefevre, James" userId="01575f60-9c0f-4533-81c6-2f4fbae52aed" providerId="ADAL" clId="{1587EC0B-5274-5D14-A060-1260EEE98B79}" dt="2026-01-22T16:55:31.048" v="5619"/>
          <ac:spMkLst>
            <pc:docMk/>
            <pc:sldMk cId="3662114872" sldId="264"/>
            <ac:spMk id="31" creationId="{94E591DF-37D6-7F9F-2A89-5EC4520B7983}"/>
          </ac:spMkLst>
        </pc:spChg>
        <pc:spChg chg="add del mod modVis">
          <ac:chgData name="Lefevre, James" userId="01575f60-9c0f-4533-81c6-2f4fbae52aed" providerId="ADAL" clId="{1587EC0B-5274-5D14-A060-1260EEE98B79}" dt="2026-01-22T16:55:32.846" v="5686"/>
          <ac:spMkLst>
            <pc:docMk/>
            <pc:sldMk cId="3662114872" sldId="264"/>
            <ac:spMk id="32" creationId="{D70CFB90-2885-0205-BDC6-F290949A73B4}"/>
          </ac:spMkLst>
        </pc:spChg>
        <pc:spChg chg="add del mod modVis">
          <ac:chgData name="Lefevre, James" userId="01575f60-9c0f-4533-81c6-2f4fbae52aed" providerId="ADAL" clId="{1587EC0B-5274-5D14-A060-1260EEE98B79}" dt="2026-01-22T16:55:33.980" v="5753"/>
          <ac:spMkLst>
            <pc:docMk/>
            <pc:sldMk cId="3662114872" sldId="264"/>
            <ac:spMk id="33" creationId="{C09CEE44-3B98-AA9F-01C1-5A08126E86CA}"/>
          </ac:spMkLst>
        </pc:spChg>
        <pc:spChg chg="add del mod modVis">
          <ac:chgData name="Lefevre, James" userId="01575f60-9c0f-4533-81c6-2f4fbae52aed" providerId="ADAL" clId="{1587EC0B-5274-5D14-A060-1260EEE98B79}" dt="2026-01-22T16:55:38.321" v="5819"/>
          <ac:spMkLst>
            <pc:docMk/>
            <pc:sldMk cId="3662114872" sldId="264"/>
            <ac:spMk id="34" creationId="{DBC5B867-2074-46B8-180A-D1D547768193}"/>
          </ac:spMkLst>
        </pc:spChg>
        <pc:spChg chg="add del mod modVis">
          <ac:chgData name="Lefevre, James" userId="01575f60-9c0f-4533-81c6-2f4fbae52aed" providerId="ADAL" clId="{1587EC0B-5274-5D14-A060-1260EEE98B79}" dt="2026-01-22T16:55:43.484" v="5877"/>
          <ac:spMkLst>
            <pc:docMk/>
            <pc:sldMk cId="3662114872" sldId="264"/>
            <ac:spMk id="35" creationId="{E4FA26BC-7E96-D33A-FF9C-86E5F5DA2FCE}"/>
          </ac:spMkLst>
        </pc:spChg>
        <pc:spChg chg="add del mod modVis">
          <ac:chgData name="Lefevre, James" userId="01575f60-9c0f-4533-81c6-2f4fbae52aed" providerId="ADAL" clId="{1587EC0B-5274-5D14-A060-1260EEE98B79}" dt="2026-01-22T16:55:59.160" v="5930"/>
          <ac:spMkLst>
            <pc:docMk/>
            <pc:sldMk cId="3662114872" sldId="264"/>
            <ac:spMk id="36" creationId="{86450553-D487-300F-B7D8-021C9D7260E6}"/>
          </ac:spMkLst>
        </pc:spChg>
        <pc:graphicFrameChg chg="add del mod modGraphic">
          <ac:chgData name="Lefevre, James" userId="01575f60-9c0f-4533-81c6-2f4fbae52aed" providerId="ADAL" clId="{1587EC0B-5274-5D14-A060-1260EEE98B79}" dt="2026-01-22T16:50:18.027" v="4427" actId="478"/>
          <ac:graphicFrameMkLst>
            <pc:docMk/>
            <pc:sldMk cId="3662114872" sldId="264"/>
            <ac:graphicFrameMk id="4" creationId="{642FEB43-1CD4-D3DC-2C4A-E35394628D9B}"/>
          </ac:graphicFrameMkLst>
        </pc:graphicFrameChg>
        <pc:graphicFrameChg chg="mod">
          <ac:chgData name="Lefevre, James" userId="01575f60-9c0f-4533-81c6-2f4fbae52aed" providerId="ADAL" clId="{1587EC0B-5274-5D14-A060-1260EEE98B79}" dt="2026-01-22T17:09:08.697" v="5966"/>
          <ac:graphicFrameMkLst>
            <pc:docMk/>
            <pc:sldMk cId="3662114872" sldId="264"/>
            <ac:graphicFrameMk id="5" creationId="{726FD43C-DA55-281E-4FA1-1364A4690A8F}"/>
          </ac:graphicFrameMkLst>
        </pc:graphicFrameChg>
        <pc:graphicFrameChg chg="add mod modGraphic">
          <ac:chgData name="Lefevre, James" userId="01575f60-9c0f-4533-81c6-2f4fbae52aed" providerId="ADAL" clId="{1587EC0B-5274-5D14-A060-1260EEE98B79}" dt="2026-01-22T18:50:11.599" v="7888" actId="2165"/>
          <ac:graphicFrameMkLst>
            <pc:docMk/>
            <pc:sldMk cId="3662114872" sldId="264"/>
            <ac:graphicFrameMk id="6" creationId="{72773545-25E1-EF63-CAE3-A86061F153EA}"/>
          </ac:graphicFrameMkLst>
        </pc:graphicFrameChg>
      </pc:sldChg>
      <pc:sldChg chg="addSp delSp modSp new del mod modShow">
        <pc:chgData name="Lefevre, James" userId="01575f60-9c0f-4533-81c6-2f4fbae52aed" providerId="ADAL" clId="{1587EC0B-5274-5D14-A060-1260EEE98B79}" dt="2026-01-22T18:01:58.868" v="7866" actId="2696"/>
        <pc:sldMkLst>
          <pc:docMk/>
          <pc:sldMk cId="58299443" sldId="265"/>
        </pc:sldMkLst>
        <pc:spChg chg="mod">
          <ac:chgData name="Lefevre, James" userId="01575f60-9c0f-4533-81c6-2f4fbae52aed" providerId="ADAL" clId="{1587EC0B-5274-5D14-A060-1260EEE98B79}" dt="2026-01-22T15:57:08.824" v="3149" actId="948"/>
          <ac:spMkLst>
            <pc:docMk/>
            <pc:sldMk cId="58299443" sldId="265"/>
            <ac:spMk id="2" creationId="{FA28403E-0005-3982-85B8-412F70580896}"/>
          </ac:spMkLst>
        </pc:spChg>
        <pc:spChg chg="del">
          <ac:chgData name="Lefevre, James" userId="01575f60-9c0f-4533-81c6-2f4fbae52aed" providerId="ADAL" clId="{1587EC0B-5274-5D14-A060-1260EEE98B79}" dt="2026-01-22T15:50:12.251" v="2453" actId="478"/>
          <ac:spMkLst>
            <pc:docMk/>
            <pc:sldMk cId="58299443" sldId="265"/>
            <ac:spMk id="3" creationId="{C1F004A7-489A-B8EC-BDB2-A60FAD8CBC80}"/>
          </ac:spMkLst>
        </pc:spChg>
        <pc:spChg chg="add del mod modVis">
          <ac:chgData name="Lefevre, James" userId="01575f60-9c0f-4533-81c6-2f4fbae52aed" providerId="ADAL" clId="{1587EC0B-5274-5D14-A060-1260EEE98B79}" dt="2026-01-22T15:49:47.481" v="2439"/>
          <ac:spMkLst>
            <pc:docMk/>
            <pc:sldMk cId="58299443" sldId="265"/>
            <ac:spMk id="4" creationId="{8B64F72C-A495-154F-1E1F-AA68A3A48683}"/>
          </ac:spMkLst>
        </pc:spChg>
        <pc:spChg chg="add del mod modVis">
          <ac:chgData name="Lefevre, James" userId="01575f60-9c0f-4533-81c6-2f4fbae52aed" providerId="ADAL" clId="{1587EC0B-5274-5D14-A060-1260EEE98B79}" dt="2026-01-22T15:50:21.204" v="2502"/>
          <ac:spMkLst>
            <pc:docMk/>
            <pc:sldMk cId="58299443" sldId="265"/>
            <ac:spMk id="6" creationId="{3E1818CC-819F-ED60-A90F-995EC4C0DE33}"/>
          </ac:spMkLst>
        </pc:spChg>
        <pc:spChg chg="add del mod modVis">
          <ac:chgData name="Lefevre, James" userId="01575f60-9c0f-4533-81c6-2f4fbae52aed" providerId="ADAL" clId="{1587EC0B-5274-5D14-A060-1260EEE98B79}" dt="2026-01-22T15:50:22.723" v="2532"/>
          <ac:spMkLst>
            <pc:docMk/>
            <pc:sldMk cId="58299443" sldId="265"/>
            <ac:spMk id="7" creationId="{9CA98778-82E3-4101-45D6-53C70F4B7C36}"/>
          </ac:spMkLst>
        </pc:spChg>
        <pc:spChg chg="add del mod modVis">
          <ac:chgData name="Lefevre, James" userId="01575f60-9c0f-4533-81c6-2f4fbae52aed" providerId="ADAL" clId="{1587EC0B-5274-5D14-A060-1260EEE98B79}" dt="2026-01-22T15:50:23.793" v="2561"/>
          <ac:spMkLst>
            <pc:docMk/>
            <pc:sldMk cId="58299443" sldId="265"/>
            <ac:spMk id="8" creationId="{0E65F885-5E18-782A-E4A7-1120613EFC1E}"/>
          </ac:spMkLst>
        </pc:spChg>
        <pc:spChg chg="add del mod modVis">
          <ac:chgData name="Lefevre, James" userId="01575f60-9c0f-4533-81c6-2f4fbae52aed" providerId="ADAL" clId="{1587EC0B-5274-5D14-A060-1260EEE98B79}" dt="2026-01-22T15:50:25.803" v="2600"/>
          <ac:spMkLst>
            <pc:docMk/>
            <pc:sldMk cId="58299443" sldId="265"/>
            <ac:spMk id="9" creationId="{EB6DB172-60DA-1544-143A-B966493C0E78}"/>
          </ac:spMkLst>
        </pc:spChg>
        <pc:spChg chg="add del mod modVis">
          <ac:chgData name="Lefevre, James" userId="01575f60-9c0f-4533-81c6-2f4fbae52aed" providerId="ADAL" clId="{1587EC0B-5274-5D14-A060-1260EEE98B79}" dt="2026-01-22T15:50:43.389" v="2627"/>
          <ac:spMkLst>
            <pc:docMk/>
            <pc:sldMk cId="58299443" sldId="265"/>
            <ac:spMk id="10" creationId="{D4066639-698B-706F-BB69-A0986711BABE}"/>
          </ac:spMkLst>
        </pc:spChg>
        <pc:spChg chg="add del mod modVis">
          <ac:chgData name="Lefevre, James" userId="01575f60-9c0f-4533-81c6-2f4fbae52aed" providerId="ADAL" clId="{1587EC0B-5274-5D14-A060-1260EEE98B79}" dt="2026-01-22T15:50:54.078" v="2667"/>
          <ac:spMkLst>
            <pc:docMk/>
            <pc:sldMk cId="58299443" sldId="265"/>
            <ac:spMk id="11" creationId="{94266796-CA9C-80F9-A22B-14F8577A2C67}"/>
          </ac:spMkLst>
        </pc:spChg>
        <pc:spChg chg="add del mod modVis">
          <ac:chgData name="Lefevre, James" userId="01575f60-9c0f-4533-81c6-2f4fbae52aed" providerId="ADAL" clId="{1587EC0B-5274-5D14-A060-1260EEE98B79}" dt="2026-01-22T15:50:56.210" v="2702"/>
          <ac:spMkLst>
            <pc:docMk/>
            <pc:sldMk cId="58299443" sldId="265"/>
            <ac:spMk id="12" creationId="{53A6B1A8-9F0D-80DF-B359-F62BB199E070}"/>
          </ac:spMkLst>
        </pc:spChg>
        <pc:spChg chg="add del mod modVis">
          <ac:chgData name="Lefevre, James" userId="01575f60-9c0f-4533-81c6-2f4fbae52aed" providerId="ADAL" clId="{1587EC0B-5274-5D14-A060-1260EEE98B79}" dt="2026-01-22T15:50:58.510" v="2738"/>
          <ac:spMkLst>
            <pc:docMk/>
            <pc:sldMk cId="58299443" sldId="265"/>
            <ac:spMk id="13" creationId="{E874E206-672C-A892-0001-20A8B264A944}"/>
          </ac:spMkLst>
        </pc:spChg>
        <pc:spChg chg="add del mod modVis">
          <ac:chgData name="Lefevre, James" userId="01575f60-9c0f-4533-81c6-2f4fbae52aed" providerId="ADAL" clId="{1587EC0B-5274-5D14-A060-1260EEE98B79}" dt="2026-01-22T15:56:34.213" v="2772"/>
          <ac:spMkLst>
            <pc:docMk/>
            <pc:sldMk cId="58299443" sldId="265"/>
            <ac:spMk id="14" creationId="{A37E898A-489A-BD79-6C2D-87C974F36273}"/>
          </ac:spMkLst>
        </pc:spChg>
        <pc:spChg chg="mod">
          <ac:chgData name="Lefevre, James" userId="01575f60-9c0f-4533-81c6-2f4fbae52aed" providerId="ADAL" clId="{1587EC0B-5274-5D14-A060-1260EEE98B79}" dt="2026-01-22T16:30:29.991" v="4250" actId="255"/>
          <ac:spMkLst>
            <pc:docMk/>
            <pc:sldMk cId="58299443" sldId="265"/>
            <ac:spMk id="15" creationId="{1D31C9FB-E5BE-DA58-C1B0-1FB618802A1F}"/>
          </ac:spMkLst>
        </pc:spChg>
        <pc:spChg chg="add del mod modVis">
          <ac:chgData name="Lefevre, James" userId="01575f60-9c0f-4533-81c6-2f4fbae52aed" providerId="ADAL" clId="{1587EC0B-5274-5D14-A060-1260EEE98B79}" dt="2026-01-22T15:56:34.842" v="2799"/>
          <ac:spMkLst>
            <pc:docMk/>
            <pc:sldMk cId="58299443" sldId="265"/>
            <ac:spMk id="15" creationId="{FACA5DB9-9E1D-5590-06D8-800FE9F2557E}"/>
          </ac:spMkLst>
        </pc:spChg>
        <pc:spChg chg="add del mod modVis">
          <ac:chgData name="Lefevre, James" userId="01575f60-9c0f-4533-81c6-2f4fbae52aed" providerId="ADAL" clId="{1587EC0B-5274-5D14-A060-1260EEE98B79}" dt="2026-01-22T15:56:36.774" v="2826"/>
          <ac:spMkLst>
            <pc:docMk/>
            <pc:sldMk cId="58299443" sldId="265"/>
            <ac:spMk id="16" creationId="{789AA6C2-253C-5D60-DCB8-8EBCCF39999B}"/>
          </ac:spMkLst>
        </pc:spChg>
        <pc:spChg chg="add del mod modVis">
          <ac:chgData name="Lefevre, James" userId="01575f60-9c0f-4533-81c6-2f4fbae52aed" providerId="ADAL" clId="{1587EC0B-5274-5D14-A060-1260EEE98B79}" dt="2026-01-22T15:56:41.171" v="2859"/>
          <ac:spMkLst>
            <pc:docMk/>
            <pc:sldMk cId="58299443" sldId="265"/>
            <ac:spMk id="17" creationId="{CF07C67A-1B34-59E6-B442-C0DD33087E08}"/>
          </ac:spMkLst>
        </pc:spChg>
        <pc:spChg chg="add del mod modVis">
          <ac:chgData name="Lefevre, James" userId="01575f60-9c0f-4533-81c6-2f4fbae52aed" providerId="ADAL" clId="{1587EC0B-5274-5D14-A060-1260EEE98B79}" dt="2026-01-22T15:56:47.809" v="2892"/>
          <ac:spMkLst>
            <pc:docMk/>
            <pc:sldMk cId="58299443" sldId="265"/>
            <ac:spMk id="18" creationId="{089F90B4-737E-E6A9-3B10-B1F1B0AF934C}"/>
          </ac:spMkLst>
        </pc:spChg>
        <pc:spChg chg="add del mod modVis">
          <ac:chgData name="Lefevre, James" userId="01575f60-9c0f-4533-81c6-2f4fbae52aed" providerId="ADAL" clId="{1587EC0B-5274-5D14-A060-1260EEE98B79}" dt="2026-01-22T15:56:48.969" v="2926"/>
          <ac:spMkLst>
            <pc:docMk/>
            <pc:sldMk cId="58299443" sldId="265"/>
            <ac:spMk id="19" creationId="{A3233EBB-5D7D-F74C-DB49-FB3AAB5F5429}"/>
          </ac:spMkLst>
        </pc:spChg>
        <pc:spChg chg="add del mod modVis">
          <ac:chgData name="Lefevre, James" userId="01575f60-9c0f-4533-81c6-2f4fbae52aed" providerId="ADAL" clId="{1587EC0B-5274-5D14-A060-1260EEE98B79}" dt="2026-01-22T15:56:54.218" v="2987"/>
          <ac:spMkLst>
            <pc:docMk/>
            <pc:sldMk cId="58299443" sldId="265"/>
            <ac:spMk id="20" creationId="{0F603309-846D-7EBA-CBA3-1A933B8573A3}"/>
          </ac:spMkLst>
        </pc:spChg>
        <pc:spChg chg="add del mod modVis">
          <ac:chgData name="Lefevre, James" userId="01575f60-9c0f-4533-81c6-2f4fbae52aed" providerId="ADAL" clId="{1587EC0B-5274-5D14-A060-1260EEE98B79}" dt="2026-01-22T15:56:55.021" v="3015"/>
          <ac:spMkLst>
            <pc:docMk/>
            <pc:sldMk cId="58299443" sldId="265"/>
            <ac:spMk id="21" creationId="{5E5A469A-37C0-27EA-FDAB-3BFCCB438E83}"/>
          </ac:spMkLst>
        </pc:spChg>
        <pc:spChg chg="add del mod modVis">
          <ac:chgData name="Lefevre, James" userId="01575f60-9c0f-4533-81c6-2f4fbae52aed" providerId="ADAL" clId="{1587EC0B-5274-5D14-A060-1260EEE98B79}" dt="2026-01-22T15:56:55.143" v="3042"/>
          <ac:spMkLst>
            <pc:docMk/>
            <pc:sldMk cId="58299443" sldId="265"/>
            <ac:spMk id="22" creationId="{5F6FE6B8-0B67-D4FD-2A61-B8ED7F51DA65}"/>
          </ac:spMkLst>
        </pc:spChg>
        <pc:spChg chg="add del mod modVis">
          <ac:chgData name="Lefevre, James" userId="01575f60-9c0f-4533-81c6-2f4fbae52aed" providerId="ADAL" clId="{1587EC0B-5274-5D14-A060-1260EEE98B79}" dt="2026-01-22T15:56:57.046" v="3080"/>
          <ac:spMkLst>
            <pc:docMk/>
            <pc:sldMk cId="58299443" sldId="265"/>
            <ac:spMk id="23" creationId="{075DDFBC-5755-732C-AF90-0A79415241C8}"/>
          </ac:spMkLst>
        </pc:spChg>
        <pc:spChg chg="add del mod modVis">
          <ac:chgData name="Lefevre, James" userId="01575f60-9c0f-4533-81c6-2f4fbae52aed" providerId="ADAL" clId="{1587EC0B-5274-5D14-A060-1260EEE98B79}" dt="2026-01-22T15:56:57.191" v="3107"/>
          <ac:spMkLst>
            <pc:docMk/>
            <pc:sldMk cId="58299443" sldId="265"/>
            <ac:spMk id="24" creationId="{164F325B-6ACF-E610-1B07-68BCAFF0420D}"/>
          </ac:spMkLst>
        </pc:spChg>
        <pc:spChg chg="add del mod modVis">
          <ac:chgData name="Lefevre, James" userId="01575f60-9c0f-4533-81c6-2f4fbae52aed" providerId="ADAL" clId="{1587EC0B-5274-5D14-A060-1260EEE98B79}" dt="2026-01-22T15:56:59.142" v="3145"/>
          <ac:spMkLst>
            <pc:docMk/>
            <pc:sldMk cId="58299443" sldId="265"/>
            <ac:spMk id="25" creationId="{B5D7D399-DC4B-E7EA-00AA-B74B6A2236BC}"/>
          </ac:spMkLst>
        </pc:spChg>
        <pc:spChg chg="add del mod modVis">
          <ac:chgData name="Lefevre, James" userId="01575f60-9c0f-4533-81c6-2f4fbae52aed" providerId="ADAL" clId="{1587EC0B-5274-5D14-A060-1260EEE98B79}" dt="2026-01-22T15:57:08.837" v="3172"/>
          <ac:spMkLst>
            <pc:docMk/>
            <pc:sldMk cId="58299443" sldId="265"/>
            <ac:spMk id="26" creationId="{329402AD-4947-2A1A-574A-D57DD9019629}"/>
          </ac:spMkLst>
        </pc:spChg>
        <pc:graphicFrameChg chg="add mod modVis">
          <ac:chgData name="Lefevre, James" userId="01575f60-9c0f-4533-81c6-2f4fbae52aed" providerId="ADAL" clId="{1587EC0B-5274-5D14-A060-1260EEE98B79}" dt="2026-01-22T15:57:08.838" v="3174"/>
          <ac:graphicFrameMkLst>
            <pc:docMk/>
            <pc:sldMk cId="58299443" sldId="265"/>
            <ac:graphicFrameMk id="5" creationId="{701419EF-12F3-22E1-4C06-18B7891CD5A4}"/>
          </ac:graphicFrameMkLst>
        </pc:graphicFrameChg>
      </pc:sldChg>
      <pc:sldChg chg="add del ord">
        <pc:chgData name="Lefevre, James" userId="01575f60-9c0f-4533-81c6-2f4fbae52aed" providerId="ADAL" clId="{1587EC0B-5274-5D14-A060-1260EEE98B79}" dt="2026-01-22T16:26:02.565" v="4108" actId="2696"/>
        <pc:sldMkLst>
          <pc:docMk/>
          <pc:sldMk cId="592003012" sldId="266"/>
        </pc:sldMkLst>
      </pc:sldChg>
      <pc:sldChg chg="addSp delSp modSp add del mod modShow">
        <pc:chgData name="Lefevre, James" userId="01575f60-9c0f-4533-81c6-2f4fbae52aed" providerId="ADAL" clId="{1587EC0B-5274-5D14-A060-1260EEE98B79}" dt="2026-01-22T17:47:10.030" v="7818" actId="2696"/>
        <pc:sldMkLst>
          <pc:docMk/>
          <pc:sldMk cId="758397623" sldId="266"/>
        </pc:sldMkLst>
        <pc:spChg chg="mod">
          <ac:chgData name="Lefevre, James" userId="01575f60-9c0f-4533-81c6-2f4fbae52aed" providerId="ADAL" clId="{1587EC0B-5274-5D14-A060-1260EEE98B79}" dt="2026-01-22T17:44:44.367" v="7760" actId="948"/>
          <ac:spMkLst>
            <pc:docMk/>
            <pc:sldMk cId="758397623" sldId="266"/>
            <ac:spMk id="2" creationId="{860FFF0B-5AFF-9FBC-1404-5325E2FA325F}"/>
          </ac:spMkLst>
        </pc:spChg>
        <pc:spChg chg="add del mod modVis">
          <ac:chgData name="Lefevre, James" userId="01575f60-9c0f-4533-81c6-2f4fbae52aed" providerId="ADAL" clId="{1587EC0B-5274-5D14-A060-1260EEE98B79}" dt="2026-01-22T17:44:39.616" v="7703"/>
          <ac:spMkLst>
            <pc:docMk/>
            <pc:sldMk cId="758397623" sldId="266"/>
            <ac:spMk id="3" creationId="{D46B7E57-9801-5DD9-ED84-464BFC8405F7}"/>
          </ac:spMkLst>
        </pc:spChg>
        <pc:spChg chg="add del mod modVis">
          <ac:chgData name="Lefevre, James" userId="01575f60-9c0f-4533-81c6-2f4fbae52aed" providerId="ADAL" clId="{1587EC0B-5274-5D14-A060-1260EEE98B79}" dt="2026-01-22T17:44:40.535" v="7756"/>
          <ac:spMkLst>
            <pc:docMk/>
            <pc:sldMk cId="758397623" sldId="266"/>
            <ac:spMk id="4" creationId="{F1303265-B022-BD9C-42CE-B15D57275912}"/>
          </ac:spMkLst>
        </pc:spChg>
        <pc:spChg chg="add del mod modVis">
          <ac:chgData name="Lefevre, James" userId="01575f60-9c0f-4533-81c6-2f4fbae52aed" providerId="ADAL" clId="{1587EC0B-5274-5D14-A060-1260EEE98B79}" dt="2026-01-22T17:44:44.407" v="7800"/>
          <ac:spMkLst>
            <pc:docMk/>
            <pc:sldMk cId="758397623" sldId="266"/>
            <ac:spMk id="7" creationId="{974ECDF6-D9A7-473A-22FB-68489CEC90EB}"/>
          </ac:spMkLst>
        </pc:spChg>
        <pc:spChg chg="del">
          <ac:chgData name="Lefevre, James" userId="01575f60-9c0f-4533-81c6-2f4fbae52aed" providerId="ADAL" clId="{1587EC0B-5274-5D14-A060-1260EEE98B79}" dt="2026-01-22T17:44:46.607" v="7803" actId="478"/>
          <ac:spMkLst>
            <pc:docMk/>
            <pc:sldMk cId="758397623" sldId="266"/>
            <ac:spMk id="15" creationId="{C6BA7CBD-A8E4-7402-78EC-2376CA74641B}"/>
          </ac:spMkLst>
        </pc:spChg>
        <pc:graphicFrameChg chg="mod">
          <ac:chgData name="Lefevre, James" userId="01575f60-9c0f-4533-81c6-2f4fbae52aed" providerId="ADAL" clId="{1587EC0B-5274-5D14-A060-1260EEE98B79}" dt="2026-01-22T17:44:44.408" v="7802"/>
          <ac:graphicFrameMkLst>
            <pc:docMk/>
            <pc:sldMk cId="758397623" sldId="266"/>
            <ac:graphicFrameMk id="5" creationId="{0F59D2D7-C249-333D-49B4-48352E1E51CD}"/>
          </ac:graphicFrameMkLst>
        </pc:graphicFrameChg>
        <pc:graphicFrameChg chg="del">
          <ac:chgData name="Lefevre, James" userId="01575f60-9c0f-4533-81c6-2f4fbae52aed" providerId="ADAL" clId="{1587EC0B-5274-5D14-A060-1260EEE98B79}" dt="2026-01-22T17:44:48.248" v="7804" actId="478"/>
          <ac:graphicFrameMkLst>
            <pc:docMk/>
            <pc:sldMk cId="758397623" sldId="266"/>
            <ac:graphicFrameMk id="6" creationId="{8F651314-F353-76EE-10BE-0953EACD4408}"/>
          </ac:graphicFrameMkLst>
        </pc:graphicFrameChg>
      </pc:sldChg>
      <pc:sldChg chg="modSp mod ord">
        <pc:chgData name="Lefevre, James" userId="01575f60-9c0f-4533-81c6-2f4fbae52aed" providerId="ADAL" clId="{1587EC0B-5274-5D14-A060-1260EEE98B79}" dt="2026-01-22T16:42:05.818" v="4340" actId="20578"/>
        <pc:sldMkLst>
          <pc:docMk/>
          <pc:sldMk cId="625859892" sldId="267"/>
        </pc:sldMkLst>
        <pc:spChg chg="mod">
          <ac:chgData name="Lefevre, James" userId="01575f60-9c0f-4533-81c6-2f4fbae52aed" providerId="ADAL" clId="{1587EC0B-5274-5D14-A060-1260EEE98B79}" dt="2026-01-22T16:21:51.772" v="3893" actId="404"/>
          <ac:spMkLst>
            <pc:docMk/>
            <pc:sldMk cId="625859892" sldId="267"/>
            <ac:spMk id="4" creationId="{1AD33148-599A-AEBB-E30E-9D055B3DCCA9}"/>
          </ac:spMkLst>
        </pc:spChg>
        <pc:spChg chg="mod">
          <ac:chgData name="Lefevre, James" userId="01575f60-9c0f-4533-81c6-2f4fbae52aed" providerId="ADAL" clId="{1587EC0B-5274-5D14-A060-1260EEE98B79}" dt="2026-01-22T16:11:03.721" v="3584" actId="20577"/>
          <ac:spMkLst>
            <pc:docMk/>
            <pc:sldMk cId="625859892" sldId="267"/>
            <ac:spMk id="5" creationId="{74E4B090-6FD0-94A5-66F9-C3FE42DE8978}"/>
          </ac:spMkLst>
        </pc:spChg>
        <pc:spChg chg="mod">
          <ac:chgData name="Lefevre, James" userId="01575f60-9c0f-4533-81c6-2f4fbae52aed" providerId="ADAL" clId="{1587EC0B-5274-5D14-A060-1260EEE98B79}" dt="2026-01-22T16:37:29.039" v="4313" actId="20577"/>
          <ac:spMkLst>
            <pc:docMk/>
            <pc:sldMk cId="625859892" sldId="267"/>
            <ac:spMk id="6" creationId="{2D88D925-38E0-954F-7E0A-A120730218BF}"/>
          </ac:spMkLst>
        </pc:spChg>
        <pc:spChg chg="mod">
          <ac:chgData name="Lefevre, James" userId="01575f60-9c0f-4533-81c6-2f4fbae52aed" providerId="ADAL" clId="{1587EC0B-5274-5D14-A060-1260EEE98B79}" dt="2026-01-22T16:21:54.528" v="3894" actId="404"/>
          <ac:spMkLst>
            <pc:docMk/>
            <pc:sldMk cId="625859892" sldId="267"/>
            <ac:spMk id="7" creationId="{F31ACBC8-CF04-4D19-B168-1453EB85720E}"/>
          </ac:spMkLst>
        </pc:spChg>
      </pc:sldChg>
      <pc:sldChg chg="modSp mod">
        <pc:chgData name="Lefevre, James" userId="01575f60-9c0f-4533-81c6-2f4fbae52aed" providerId="ADAL" clId="{1587EC0B-5274-5D14-A060-1260EEE98B79}" dt="2026-01-22T15:38:49.063" v="2236" actId="20577"/>
        <pc:sldMkLst>
          <pc:docMk/>
          <pc:sldMk cId="1334355142" sldId="297"/>
        </pc:sldMkLst>
        <pc:graphicFrameChg chg="mod modGraphic">
          <ac:chgData name="Lefevre, James" userId="01575f60-9c0f-4533-81c6-2f4fbae52aed" providerId="ADAL" clId="{1587EC0B-5274-5D14-A060-1260EEE98B79}" dt="2026-01-22T15:38:49.063" v="2236" actId="20577"/>
          <ac:graphicFrameMkLst>
            <pc:docMk/>
            <pc:sldMk cId="1334355142" sldId="297"/>
            <ac:graphicFrameMk id="6" creationId="{7A43DB69-7AC7-7869-FC8D-A755E264E017}"/>
          </ac:graphicFrameMkLst>
        </pc:graphicFrameChg>
      </pc:sldChg>
      <pc:sldChg chg="modSp ord">
        <pc:chgData name="Lefevre, James" userId="01575f60-9c0f-4533-81c6-2f4fbae52aed" providerId="ADAL" clId="{1587EC0B-5274-5D14-A060-1260EEE98B79}" dt="2026-01-22T18:02:14.456" v="7867" actId="20578"/>
        <pc:sldMkLst>
          <pc:docMk/>
          <pc:sldMk cId="2317739959" sldId="334"/>
        </pc:sldMkLst>
        <pc:graphicFrameChg chg="mod">
          <ac:chgData name="Lefevre, James" userId="01575f60-9c0f-4533-81c6-2f4fbae52aed" providerId="ADAL" clId="{1587EC0B-5274-5D14-A060-1260EEE98B79}" dt="2026-01-22T16:42:38.358" v="4341"/>
          <ac:graphicFrameMkLst>
            <pc:docMk/>
            <pc:sldMk cId="2317739959" sldId="334"/>
            <ac:graphicFrameMk id="3" creationId="{F8C3817B-6F3D-05E9-8B0C-8C031D51481D}"/>
          </ac:graphicFrameMkLst>
        </pc:graphicFrameChg>
      </pc:sldChg>
      <pc:sldChg chg="modSp add del mod">
        <pc:chgData name="Lefevre, James" userId="01575f60-9c0f-4533-81c6-2f4fbae52aed" providerId="ADAL" clId="{1587EC0B-5274-5D14-A060-1260EEE98B79}" dt="2026-01-22T15:45:29.614" v="2354" actId="2696"/>
        <pc:sldMkLst>
          <pc:docMk/>
          <pc:sldMk cId="819268730" sldId="335"/>
        </pc:sldMkLst>
        <pc:graphicFrameChg chg="mod">
          <ac:chgData name="Lefevre, James" userId="01575f60-9c0f-4533-81c6-2f4fbae52aed" providerId="ADAL" clId="{1587EC0B-5274-5D14-A060-1260EEE98B79}" dt="2026-01-22T15:45:25.821" v="2353"/>
          <ac:graphicFrameMkLst>
            <pc:docMk/>
            <pc:sldMk cId="819268730" sldId="335"/>
            <ac:graphicFrameMk id="5" creationId="{5FA06403-1E22-325D-3369-B323F9FE9E9B}"/>
          </ac:graphicFrameMkLst>
        </pc:graphicFrameChg>
      </pc:sldChg>
      <pc:sldChg chg="del">
        <pc:chgData name="Lefevre, James" userId="01575f60-9c0f-4533-81c6-2f4fbae52aed" providerId="ADAL" clId="{1587EC0B-5274-5D14-A060-1260EEE98B79}" dt="2026-01-22T15:47:05.796" v="2383" actId="2696"/>
        <pc:sldMkLst>
          <pc:docMk/>
          <pc:sldMk cId="969267803" sldId="336"/>
        </pc:sldMkLst>
      </pc:sldChg>
      <pc:sldChg chg="ord">
        <pc:chgData name="Lefevre, James" userId="01575f60-9c0f-4533-81c6-2f4fbae52aed" providerId="ADAL" clId="{1587EC0B-5274-5D14-A060-1260EEE98B79}" dt="2026-01-22T16:40:39.043" v="4314" actId="20578"/>
        <pc:sldMkLst>
          <pc:docMk/>
          <pc:sldMk cId="21698462" sldId="338"/>
        </pc:sldMkLst>
      </pc:sldChg>
      <pc:sldChg chg="del mod modShow">
        <pc:chgData name="Lefevre, James" userId="01575f60-9c0f-4533-81c6-2f4fbae52aed" providerId="ADAL" clId="{1587EC0B-5274-5D14-A060-1260EEE98B79}" dt="2026-01-21T22:59:55.498" v="2181" actId="2696"/>
        <pc:sldMkLst>
          <pc:docMk/>
          <pc:sldMk cId="1922435828" sldId="433"/>
        </pc:sldMkLst>
      </pc:sldChg>
    </pc:docChg>
  </pc:docChgLst>
  <pc:docChgLst>
    <pc:chgData name="Palli, Venkata Subbaraya Sarma" userId="S::sarma.palli@oliverwyman.com::975b87a7-cd22-4266-af8b-7369ba8fe0e1" providerId="AD" clId="Web-{B4D8B8A4-C364-2F8E-686D-198AAC6DF8E3}"/>
    <pc:docChg chg="modSld">
      <pc:chgData name="Palli, Venkata Subbaraya Sarma" userId="S::sarma.palli@oliverwyman.com::975b87a7-cd22-4266-af8b-7369ba8fe0e1" providerId="AD" clId="Web-{B4D8B8A4-C364-2F8E-686D-198AAC6DF8E3}" dt="2026-01-21T19:58:24.206" v="260" actId="20577"/>
      <pc:docMkLst>
        <pc:docMk/>
      </pc:docMkLst>
      <pc:sldChg chg="modSp modCm">
        <pc:chgData name="Palli, Venkata Subbaraya Sarma" userId="S::sarma.palli@oliverwyman.com::975b87a7-cd22-4266-af8b-7369ba8fe0e1" providerId="AD" clId="Web-{B4D8B8A4-C364-2F8E-686D-198AAC6DF8E3}" dt="2026-01-21T19:58:24.206" v="260" actId="20577"/>
        <pc:sldMkLst>
          <pc:docMk/>
          <pc:sldMk cId="3780708115" sldId="262"/>
        </pc:sldMkLst>
        <pc:spChg chg="mod">
          <ac:chgData name="Palli, Venkata Subbaraya Sarma" userId="S::sarma.palli@oliverwyman.com::975b87a7-cd22-4266-af8b-7369ba8fe0e1" providerId="AD" clId="Web-{B4D8B8A4-C364-2F8E-686D-198AAC6DF8E3}" dt="2026-01-21T19:58:24.206" v="260" actId="20577"/>
          <ac:spMkLst>
            <pc:docMk/>
            <pc:sldMk cId="3780708115" sldId="262"/>
            <ac:spMk id="54" creationId="{18209792-34D9-73F7-E0B5-7D82F5FB4DDB}"/>
          </ac:spMkLst>
        </pc:spChg>
        <pc:extLst>
          <p:ext xmlns:p="http://schemas.openxmlformats.org/presentationml/2006/main" uri="{D6D511B9-2390-475A-947B-AFAB55BFBCF1}">
            <pc226:cmChg xmlns:pc226="http://schemas.microsoft.com/office/powerpoint/2022/06/main/command" chg="mod">
              <pc226:chgData name="Palli, Venkata Subbaraya Sarma" userId="S::sarma.palli@oliverwyman.com::975b87a7-cd22-4266-af8b-7369ba8fe0e1" providerId="AD" clId="Web-{B4D8B8A4-C364-2F8E-686D-198AAC6DF8E3}" dt="2026-01-21T19:58:09.003" v="259" actId="20577"/>
              <pc2:cmMkLst xmlns:pc2="http://schemas.microsoft.com/office/powerpoint/2019/9/main/command">
                <pc:docMk/>
                <pc:sldMk cId="3780708115" sldId="262"/>
                <pc2:cmMk id="{96DCFC0C-7EA0-4D03-9881-60D1DDFD7AC4}"/>
              </pc2:cmMkLst>
            </pc226:cmChg>
            <pc226:cmChg xmlns:pc226="http://schemas.microsoft.com/office/powerpoint/2022/06/main/command" chg="mod">
              <pc226:chgData name="Palli, Venkata Subbaraya Sarma" userId="S::sarma.palli@oliverwyman.com::975b87a7-cd22-4266-af8b-7369ba8fe0e1" providerId="AD" clId="Web-{B4D8B8A4-C364-2F8E-686D-198AAC6DF8E3}" dt="2026-01-21T19:58:09.003" v="259" actId="20577"/>
              <pc2:cmMkLst xmlns:pc2="http://schemas.microsoft.com/office/powerpoint/2019/9/main/command">
                <pc:docMk/>
                <pc:sldMk cId="3780708115" sldId="262"/>
                <pc2:cmMk id="{662490C1-5485-4AF6-84B3-71D73469DF31}"/>
              </pc2:cmMkLst>
            </pc226:cmChg>
            <pc226:cmChg xmlns:pc226="http://schemas.microsoft.com/office/powerpoint/2022/06/main/command" chg="mod">
              <pc226:chgData name="Palli, Venkata Subbaraya Sarma" userId="S::sarma.palli@oliverwyman.com::975b87a7-cd22-4266-af8b-7369ba8fe0e1" providerId="AD" clId="Web-{B4D8B8A4-C364-2F8E-686D-198AAC6DF8E3}" dt="2026-01-21T19:58:09.003" v="259" actId="20577"/>
              <pc2:cmMkLst xmlns:pc2="http://schemas.microsoft.com/office/powerpoint/2019/9/main/command">
                <pc:docMk/>
                <pc:sldMk cId="3780708115" sldId="262"/>
                <pc2:cmMk id="{676CDFE3-B519-47A3-AF98-F18CEE24D331}"/>
              </pc2:cmMkLst>
            </pc226:cmChg>
            <pc226:cmChg xmlns:pc226="http://schemas.microsoft.com/office/powerpoint/2022/06/main/command" chg="mod">
              <pc226:chgData name="Palli, Venkata Subbaraya Sarma" userId="S::sarma.palli@oliverwyman.com::975b87a7-cd22-4266-af8b-7369ba8fe0e1" providerId="AD" clId="Web-{B4D8B8A4-C364-2F8E-686D-198AAC6DF8E3}" dt="2026-01-21T19:58:09.003" v="259" actId="20577"/>
              <pc2:cmMkLst xmlns:pc2="http://schemas.microsoft.com/office/powerpoint/2019/9/main/command">
                <pc:docMk/>
                <pc:sldMk cId="3780708115" sldId="262"/>
                <pc2:cmMk id="{901F5FF3-549A-482D-9E50-826387F3BF21}"/>
              </pc2:cmMkLst>
            </pc226:cmChg>
          </p:ext>
        </pc:ext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12572B-F973-4732-A453-119EA490170A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83C12-F094-4EDD-ABDC-7BADBDED5742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68789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8927E5-BED3-44D0-9ADF-FA873E1D6DAF}" type="datetimeFigureOut">
              <a:rPr lang="en-GB" smtClean="0"/>
              <a:t>22/01/2026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324DA73-AE27-4433-BD53-3E1DB61918F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298850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4DA73-AE27-4433-BD53-3E1DB61918F0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53873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4DA73-AE27-4433-BD53-3E1DB61918F0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6747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1077B4-02F3-8362-E3CA-F73588668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2BDAF9-EF15-C110-107A-C6F5096645B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AC2B8F7-C1AE-1386-BCC0-7C3BBBF982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A8584E-23C3-DFA8-DA82-BEC7A5671EC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4DA73-AE27-4433-BD53-3E1DB61918F0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290578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4DA73-AE27-4433-BD53-3E1DB61918F0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8821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4DA73-AE27-4433-BD53-3E1DB61918F0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677326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94AF38-8401-09D9-BB6F-ADBEFCAF6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6062A4E-015A-090E-A45E-34880A70DA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9A175B8-D385-98BF-7C9C-E42C37FC42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9817A65-7752-6FF5-02C0-F99177DAF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4DA73-AE27-4433-BD53-3E1DB61918F0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96382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B8A0E-1314-C783-9B11-BDF170439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22078F7-1820-1466-6671-553B9E6D768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ED7963-9982-8925-2F60-BA12C05FD26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B0B47-20DD-4F9B-4C12-24F3A09EA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4DA73-AE27-4433-BD53-3E1DB61918F0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7703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6.emf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6.emf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6.emf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6.emf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6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6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6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6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6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6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6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6.emf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6.emf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6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6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6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6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4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5.xml"/><Relationship Id="rId5" Type="http://schemas.openxmlformats.org/officeDocument/2006/relationships/image" Target="../media/image8.png"/><Relationship Id="rId4" Type="http://schemas.openxmlformats.org/officeDocument/2006/relationships/image" Target="../media/image6.emf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6.xml"/><Relationship Id="rId5" Type="http://schemas.openxmlformats.org/officeDocument/2006/relationships/image" Target="../media/image9.png"/><Relationship Id="rId4" Type="http://schemas.openxmlformats.org/officeDocument/2006/relationships/image" Target="../media/image6.emf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6.bin"/><Relationship Id="rId7" Type="http://schemas.openxmlformats.org/officeDocument/2006/relationships/image" Target="../media/image12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7.xml"/><Relationship Id="rId6" Type="http://schemas.openxmlformats.org/officeDocument/2006/relationships/image" Target="../media/image11.tiff"/><Relationship Id="rId5" Type="http://schemas.openxmlformats.org/officeDocument/2006/relationships/image" Target="../media/image10.png"/><Relationship Id="rId4" Type="http://schemas.openxmlformats.org/officeDocument/2006/relationships/image" Target="../media/image6.emf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8.xml"/><Relationship Id="rId6" Type="http://schemas.openxmlformats.org/officeDocument/2006/relationships/image" Target="../media/image14.png"/><Relationship Id="rId5" Type="http://schemas.openxmlformats.org/officeDocument/2006/relationships/image" Target="../media/image13.tiff"/><Relationship Id="rId4" Type="http://schemas.openxmlformats.org/officeDocument/2006/relationships/image" Target="../media/image6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9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9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0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0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1.xml"/><Relationship Id="rId4" Type="http://schemas.openxmlformats.org/officeDocument/2006/relationships/image" Target="../media/image6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2.bin"/><Relationship Id="rId7" Type="http://schemas.openxmlformats.org/officeDocument/2006/relationships/image" Target="../media/image5.png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4.xml"/><Relationship Id="rId5" Type="http://schemas.openxmlformats.org/officeDocument/2006/relationships/image" Target="../media/image3.png"/><Relationship Id="rId4" Type="http://schemas.openxmlformats.org/officeDocument/2006/relationships/image" Target="../media/image1.emf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tiff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12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tiff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5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3.bin"/><Relationship Id="rId2" Type="http://schemas.openxmlformats.org/officeDocument/2006/relationships/slideMaster" Target="../slideMasters/slideMaster2.xml"/><Relationship Id="rId1" Type="http://schemas.openxmlformats.org/officeDocument/2006/relationships/tags" Target="../tags/tag36.xml"/><Relationship Id="rId5" Type="http://schemas.openxmlformats.org/officeDocument/2006/relationships/image" Target="../media/image4.png"/><Relationship Id="rId4" Type="http://schemas.openxmlformats.org/officeDocument/2006/relationships/image" Target="../media/image1.emf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040F8447-7919-A2E1-4406-EB7541168E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269312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0F8447-7919-A2E1-4406-EB7541168E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35CE65C-F6AB-B8DE-D8F3-CCD3327FEB76}"/>
              </a:ext>
            </a:extLst>
          </p:cNvPr>
          <p:cNvSpPr/>
          <p:nvPr userDrawn="1"/>
        </p:nvSpPr>
        <p:spPr>
          <a:xfrm>
            <a:off x="0" y="0"/>
            <a:ext cx="12192000" cy="6866456"/>
          </a:xfrm>
          <a:prstGeom prst="rect">
            <a:avLst/>
          </a:prstGeom>
          <a:solidFill>
            <a:srgbClr val="007F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BE716C-7C6F-7BC8-3ACA-9099D08843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590288"/>
            <a:ext cx="2582868" cy="227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25BFED99-AA7A-CBEA-2363-F6D514F7568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399935" y="6124576"/>
            <a:ext cx="3392129" cy="27622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Privileged &amp; Confidential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211E30D-5634-138D-D160-FB2600365EC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191198" y="381000"/>
            <a:ext cx="3584509" cy="54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EC2C34-F165-17E4-9C8E-A282A9E2C60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lum/>
          </a:blip>
          <a:stretch>
            <a:fillRect/>
          </a:stretch>
        </p:blipFill>
        <p:spPr>
          <a:xfrm>
            <a:off x="11089907" y="6049588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2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722376" y="2601903"/>
            <a:ext cx="10747248" cy="487569"/>
          </a:xfrm>
        </p:spPr>
        <p:txBody>
          <a:bodyPr lIns="0" tIns="0" rIns="0" bIns="0" anchor="b">
            <a:spAutoFit/>
          </a:bodyPr>
          <a:lstStyle>
            <a:lvl1pPr marL="0" indent="0" algn="ctr" fontAlgn="base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36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0" indent="0" fontAlgn="base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2pPr>
            <a:lvl3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3pPr>
            <a:lvl4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4pPr>
            <a:lvl5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5pPr>
            <a:lvl6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6pPr>
            <a:lvl7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7pPr>
            <a:lvl8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722375" y="3303016"/>
            <a:ext cx="10747247" cy="369332"/>
          </a:xfrm>
        </p:spPr>
        <p:txBody>
          <a:bodyPr lIns="0" tIns="0" rIns="0" bIns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Presenter"/>
          <p:cNvSpPr>
            <a:spLocks noGrp="1"/>
          </p:cNvSpPr>
          <p:nvPr>
            <p:ph type="body" sz="quarter" idx="13" hasCustomPrompt="1"/>
          </p:nvPr>
        </p:nvSpPr>
        <p:spPr>
          <a:xfrm>
            <a:off x="722375" y="4211618"/>
            <a:ext cx="10747247" cy="246221"/>
          </a:xfrm>
        </p:spPr>
        <p:txBody>
          <a:bodyPr lIns="0" tIns="0" rIns="0" bIns="0" anchor="b">
            <a:spAutoFit/>
          </a:bodyPr>
          <a:lstStyle>
            <a:lvl1pPr marL="0" indent="0" algn="ctr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bg2"/>
                </a:solidFill>
              </a:defRPr>
            </a:lvl1pPr>
            <a:lvl2pPr marL="0" indent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364854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719F433-D959-A330-4218-B7739F5192B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2866190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719F433-D959-A330-4218-B7739F5192B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287934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030A559C-4591-6D0E-BBAB-6416E1A07D4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1275643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30A559C-4591-6D0E-BBAB-6416E1A07D4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483094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B71A790-AB54-A44F-F7B5-4261544DAA8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0830473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B71A790-AB54-A44F-F7B5-4261544DAA8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11277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</p:spTree>
    <p:extLst>
      <p:ext uri="{BB962C8B-B14F-4D97-AF65-F5344CB8AC3E}">
        <p14:creationId xmlns:p14="http://schemas.microsoft.com/office/powerpoint/2010/main" val="12949858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880">
          <p15:clr>
            <a:srgbClr val="FBAE40"/>
          </p15:clr>
        </p15:guide>
        <p15:guide id="5" orient="horz" pos="1184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48FEE7D0-1D47-2760-43AB-0C340BA4F1F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5397048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8FEE7D0-1D47-2760-43AB-0C340BA4F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11277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"/>
          <p:cNvSpPr>
            <a:spLocks noGrp="1"/>
          </p:cNvSpPr>
          <p:nvPr>
            <p:ph idx="11"/>
          </p:nvPr>
        </p:nvSpPr>
        <p:spPr>
          <a:xfrm>
            <a:off x="457200" y="1883664"/>
            <a:ext cx="112776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5367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880">
          <p15:clr>
            <a:srgbClr val="FBAE40"/>
          </p15:clr>
        </p15:guide>
        <p15:guide id="6" orient="horz" pos="1184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rtrait photo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67631767-5473-9B98-0065-09FEA8DAC00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50065796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7631767-5473-9B98-0065-09FEA8DAC00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">
            <a:extLst>
              <a:ext uri="{FF2B5EF4-FFF2-40B4-BE49-F238E27FC236}">
                <a16:creationId xmlns:a16="http://schemas.microsoft.com/office/drawing/2014/main" id="{963C4256-FB04-439A-992B-410C42319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048"/>
            <a:ext cx="7365998" cy="758952"/>
          </a:xfrm>
        </p:spPr>
        <p:txBody>
          <a:bodyPr vert="horz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Heading"/>
          <p:cNvSpPr>
            <a:spLocks noGrp="1"/>
          </p:cNvSpPr>
          <p:nvPr>
            <p:ph type="body" idx="10" hasCustomPrompt="1"/>
          </p:nvPr>
        </p:nvSpPr>
        <p:spPr>
          <a:xfrm>
            <a:off x="457199" y="1399032"/>
            <a:ext cx="73660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"/>
          <p:cNvSpPr>
            <a:spLocks noGrp="1"/>
          </p:cNvSpPr>
          <p:nvPr>
            <p:ph sz="half" idx="11"/>
          </p:nvPr>
        </p:nvSpPr>
        <p:spPr>
          <a:xfrm>
            <a:off x="457198" y="1883664"/>
            <a:ext cx="73660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0D3F1C2C-B46E-4074-AA0F-9EAD49A9905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80400" y="0"/>
            <a:ext cx="3911600" cy="6858000"/>
          </a:xfrm>
        </p:spPr>
        <p:txBody>
          <a:bodyPr tIns="640080" anchor="ctr"/>
          <a:lstStyle>
            <a:lvl1pPr marL="0" indent="0" algn="ctr">
              <a:buNone/>
              <a:defRPr sz="1400">
                <a:solidFill>
                  <a:srgbClr val="C3C3C3"/>
                </a:solidFill>
              </a:defRPr>
            </a:lvl1pPr>
          </a:lstStyle>
          <a:p>
            <a:r>
              <a:rPr lang="en-US"/>
              <a:t>Click icon to add picture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753116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  <p15:guide id="4" orient="horz" pos="1184">
          <p15:clr>
            <a:srgbClr val="FBAE40"/>
          </p15:clr>
        </p15:guide>
        <p15:guide id="6" pos="4928">
          <p15:clr>
            <a:srgbClr val="FBAE40"/>
          </p15:clr>
        </p15:guide>
        <p15:guide id="9" pos="5216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55BF9B0-47A0-3816-DEAC-AB6CF99B56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40140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BF9B0-47A0-3816-DEAC-AB6CF99B56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9F6AD1B-F41E-5E22-6DEE-74260C91C1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2" name="Section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995680" y="3665728"/>
            <a:ext cx="10473944" cy="764312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9pPr>
          </a:lstStyle>
          <a:p>
            <a:pPr lvl="0"/>
            <a:r>
              <a:t>Click to add section title</a:t>
            </a:r>
          </a:p>
          <a:p>
            <a:pPr lvl="1"/>
            <a:r>
              <a:t>Click to add section subtitle</a:t>
            </a:r>
          </a:p>
        </p:txBody>
      </p:sp>
      <p:sp>
        <p:nvSpPr>
          <p:cNvPr id="3" name="SectionNumber"/>
          <p:cNvSpPr>
            <a:spLocks noGrp="1"/>
          </p:cNvSpPr>
          <p:nvPr>
            <p:ph type="body" sz="quarter" idx="12" hasCustomPrompt="1"/>
          </p:nvPr>
        </p:nvSpPr>
        <p:spPr>
          <a:xfrm>
            <a:off x="995680" y="2844800"/>
            <a:ext cx="10473944" cy="724408"/>
          </a:xfrm>
        </p:spPr>
        <p:txBody>
          <a:bodyPr lIns="0" tIns="0" rIns="0" bIns="0" anchor="ctr"/>
          <a:lstStyle>
            <a:lvl1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0"/>
            <a:r>
              <a:t>##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68B5CD-29EE-BFE9-2E7E-5172799AE2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590288"/>
            <a:ext cx="2582868" cy="227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3689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A78E2FA1-C07E-F1D7-C45A-24FE44FBFFA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206071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8E2FA1-C07E-F1D7-C45A-24FE44FBFFA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Left"/>
          <p:cNvSpPr>
            <a:spLocks noGrp="1"/>
          </p:cNvSpPr>
          <p:nvPr>
            <p:ph idx="11"/>
          </p:nvPr>
        </p:nvSpPr>
        <p:spPr>
          <a:xfrm>
            <a:off x="457200" y="1399032"/>
            <a:ext cx="5410200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Right"/>
          <p:cNvSpPr>
            <a:spLocks noGrp="1"/>
          </p:cNvSpPr>
          <p:nvPr>
            <p:ph idx="12"/>
          </p:nvPr>
        </p:nvSpPr>
        <p:spPr>
          <a:xfrm>
            <a:off x="6324600" y="1399032"/>
            <a:ext cx="5410199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627727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  <p15:guide id="2" pos="3696">
          <p15:clr>
            <a:srgbClr val="FBAE40"/>
          </p15:clr>
        </p15:guide>
        <p15:guide id="5" pos="3984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1ECFADEB-B141-880D-BEBF-48540A62826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71636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ECFADEB-B141-880D-BEBF-48540A62826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5" name="Heading Right"/>
          <p:cNvSpPr>
            <a:spLocks noGrp="1"/>
          </p:cNvSpPr>
          <p:nvPr>
            <p:ph type="body" sz="quarter" idx="13" hasCustomPrompt="1"/>
          </p:nvPr>
        </p:nvSpPr>
        <p:spPr>
          <a:xfrm>
            <a:off x="6324600" y="1399032"/>
            <a:ext cx="5410199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</p:spTree>
    <p:extLst>
      <p:ext uri="{BB962C8B-B14F-4D97-AF65-F5344CB8AC3E}">
        <p14:creationId xmlns:p14="http://schemas.microsoft.com/office/powerpoint/2010/main" val="848587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3696">
          <p15:clr>
            <a:srgbClr val="FBAE40"/>
          </p15:clr>
        </p15:guide>
        <p15:guide id="7" pos="3984">
          <p15:clr>
            <a:srgbClr val="FBAE40"/>
          </p15:clr>
        </p15:guide>
        <p15:guide id="9" orient="horz" pos="118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F46EFD46-8666-F060-421D-57AABDDC0AD8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71273062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6EFD46-8666-F060-421D-57AABDDC0AD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200" y="1883664"/>
            <a:ext cx="54102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Right"/>
          <p:cNvSpPr>
            <a:spLocks noGrp="1"/>
          </p:cNvSpPr>
          <p:nvPr>
            <p:ph type="body" sz="quarter" idx="13" hasCustomPrompt="1"/>
          </p:nvPr>
        </p:nvSpPr>
        <p:spPr>
          <a:xfrm>
            <a:off x="6324600" y="139903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Right"/>
          <p:cNvSpPr>
            <a:spLocks noGrp="1"/>
          </p:cNvSpPr>
          <p:nvPr>
            <p:ph sz="quarter" idx="12"/>
          </p:nvPr>
        </p:nvSpPr>
        <p:spPr>
          <a:xfrm>
            <a:off x="6324600" y="1883664"/>
            <a:ext cx="54102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305174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3696">
          <p15:clr>
            <a:srgbClr val="FBAE40"/>
          </p15:clr>
        </p15:guide>
        <p15:guide id="7" pos="3984">
          <p15:clr>
            <a:srgbClr val="FBAE40"/>
          </p15:clr>
        </p15:guide>
        <p15:guide id="9" orient="horz" pos="118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itle and 2 Content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FCF09BE-73DE-ED6A-E385-7AE954FFD44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3684773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FCF09BE-73DE-ED6A-E385-7AE954FFD44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Top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11277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Top"/>
          <p:cNvSpPr>
            <a:spLocks noGrp="1"/>
          </p:cNvSpPr>
          <p:nvPr>
            <p:ph idx="11"/>
          </p:nvPr>
        </p:nvSpPr>
        <p:spPr>
          <a:xfrm>
            <a:off x="457200" y="1883664"/>
            <a:ext cx="112776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Bottom"/>
          <p:cNvSpPr>
            <a:spLocks noGrp="1"/>
          </p:cNvSpPr>
          <p:nvPr>
            <p:ph type="body" idx="13" hasCustomPrompt="1"/>
          </p:nvPr>
        </p:nvSpPr>
        <p:spPr>
          <a:xfrm>
            <a:off x="457200" y="4005072"/>
            <a:ext cx="11277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Bottom"/>
          <p:cNvSpPr>
            <a:spLocks noGrp="1"/>
          </p:cNvSpPr>
          <p:nvPr>
            <p:ph idx="12"/>
          </p:nvPr>
        </p:nvSpPr>
        <p:spPr>
          <a:xfrm>
            <a:off x="457200" y="4489704"/>
            <a:ext cx="112776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10286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523">
          <p15:clr>
            <a:srgbClr val="FBAE40"/>
          </p15:clr>
        </p15:guide>
        <p15:guide id="5" orient="horz" pos="880">
          <p15:clr>
            <a:srgbClr val="FBAE40"/>
          </p15:clr>
        </p15:guide>
        <p15:guide id="6" orient="horz" pos="2832">
          <p15:clr>
            <a:srgbClr val="FBAE40"/>
          </p15:clr>
        </p15:guide>
        <p15:guide id="8" orient="horz" pos="1184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1/3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B15107E-801D-5DC5-76D3-9A48E1879E1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498872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B15107E-801D-5DC5-76D3-9A48E1879E1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200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Right"/>
          <p:cNvSpPr>
            <a:spLocks noGrp="1"/>
          </p:cNvSpPr>
          <p:nvPr>
            <p:ph type="body" sz="quarter" idx="13" hasCustomPrompt="1"/>
          </p:nvPr>
        </p:nvSpPr>
        <p:spPr>
          <a:xfrm>
            <a:off x="4368799" y="1399032"/>
            <a:ext cx="73660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Right"/>
          <p:cNvSpPr>
            <a:spLocks noGrp="1"/>
          </p:cNvSpPr>
          <p:nvPr>
            <p:ph sz="quarter" idx="12"/>
          </p:nvPr>
        </p:nvSpPr>
        <p:spPr>
          <a:xfrm>
            <a:off x="4368799" y="1883664"/>
            <a:ext cx="73660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039498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2464">
          <p15:clr>
            <a:srgbClr val="FBAE40"/>
          </p15:clr>
        </p15:guide>
        <p15:guide id="7" pos="2752">
          <p15:clr>
            <a:srgbClr val="FBAE40"/>
          </p15:clr>
        </p15:guide>
        <p15:guide id="9" orient="horz" pos="1184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2/3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95E3402-0DC4-BD50-8A02-02CE2AD2C09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875901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95E3402-0DC4-BD50-8A02-02CE2AD2C09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199" y="1399032"/>
            <a:ext cx="73660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199" y="1883664"/>
            <a:ext cx="73660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Right"/>
          <p:cNvSpPr>
            <a:spLocks noGrp="1"/>
          </p:cNvSpPr>
          <p:nvPr>
            <p:ph type="body" sz="quarter" idx="13" hasCustomPrompt="1"/>
          </p:nvPr>
        </p:nvSpPr>
        <p:spPr>
          <a:xfrm>
            <a:off x="82804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Right"/>
          <p:cNvSpPr>
            <a:spLocks noGrp="1"/>
          </p:cNvSpPr>
          <p:nvPr>
            <p:ph sz="quarter" idx="12"/>
          </p:nvPr>
        </p:nvSpPr>
        <p:spPr>
          <a:xfrm>
            <a:off x="8280400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732952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4928">
          <p15:clr>
            <a:srgbClr val="FBAE40"/>
          </p15:clr>
        </p15:guide>
        <p15:guide id="7" pos="5216">
          <p15:clr>
            <a:srgbClr val="FBAE40"/>
          </p15:clr>
        </p15:guide>
        <p15:guide id="9" orient="horz" pos="118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F5E49CE-4079-8965-6C44-C9572DEF85F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3239089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F5E49CE-4079-8965-6C44-C9572DEF85F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200" y="1399032"/>
            <a:ext cx="3454400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6" name="Content Middle"/>
          <p:cNvSpPr>
            <a:spLocks noGrp="1"/>
          </p:cNvSpPr>
          <p:nvPr>
            <p:ph sz="quarter" idx="12"/>
          </p:nvPr>
        </p:nvSpPr>
        <p:spPr>
          <a:xfrm>
            <a:off x="4368799" y="1399032"/>
            <a:ext cx="3454400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8" name="Content Right"/>
          <p:cNvSpPr>
            <a:spLocks noGrp="1"/>
          </p:cNvSpPr>
          <p:nvPr>
            <p:ph sz="quarter" idx="14"/>
          </p:nvPr>
        </p:nvSpPr>
        <p:spPr>
          <a:xfrm>
            <a:off x="8280400" y="1399032"/>
            <a:ext cx="3454400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33023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  <p15:guide id="2" pos="5216">
          <p15:clr>
            <a:srgbClr val="FBAE40"/>
          </p15:clr>
        </p15:guide>
        <p15:guide id="4" pos="2752">
          <p15:clr>
            <a:srgbClr val="FBAE40"/>
          </p15:clr>
        </p15:guide>
        <p15:guide id="5" pos="4928">
          <p15:clr>
            <a:srgbClr val="FBAE40"/>
          </p15:clr>
        </p15:guide>
        <p15:guide id="6" pos="246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hink-cell data - do not delete" hidden="1">
            <a:extLst>
              <a:ext uri="{FF2B5EF4-FFF2-40B4-BE49-F238E27FC236}">
                <a16:creationId xmlns:a16="http://schemas.microsoft.com/office/drawing/2014/main" id="{2E9A7966-0FD1-5048-55E2-526D72B17123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999516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E9A7966-0FD1-5048-55E2-526D72B1712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5" name="Heading Middle"/>
          <p:cNvSpPr>
            <a:spLocks noGrp="1"/>
          </p:cNvSpPr>
          <p:nvPr>
            <p:ph type="body" sz="quarter" idx="13" hasCustomPrompt="1"/>
          </p:nvPr>
        </p:nvSpPr>
        <p:spPr>
          <a:xfrm>
            <a:off x="4368800" y="1399032"/>
            <a:ext cx="3454399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7" name="Heading Right"/>
          <p:cNvSpPr>
            <a:spLocks noGrp="1"/>
          </p:cNvSpPr>
          <p:nvPr>
            <p:ph type="body" sz="quarter" idx="15" hasCustomPrompt="1"/>
          </p:nvPr>
        </p:nvSpPr>
        <p:spPr>
          <a:xfrm>
            <a:off x="82804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</p:spTree>
    <p:extLst>
      <p:ext uri="{BB962C8B-B14F-4D97-AF65-F5344CB8AC3E}">
        <p14:creationId xmlns:p14="http://schemas.microsoft.com/office/powerpoint/2010/main" val="2140741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880">
          <p15:clr>
            <a:srgbClr val="FBAE40"/>
          </p15:clr>
        </p15:guide>
        <p15:guide id="8" pos="5216">
          <p15:clr>
            <a:srgbClr val="FBAE40"/>
          </p15:clr>
        </p15:guide>
        <p15:guide id="10" pos="2752">
          <p15:clr>
            <a:srgbClr val="FBAE40"/>
          </p15:clr>
        </p15:guide>
        <p15:guide id="11" pos="4928">
          <p15:clr>
            <a:srgbClr val="FBAE40"/>
          </p15:clr>
        </p15:guide>
        <p15:guide id="12" pos="2464">
          <p15:clr>
            <a:srgbClr val="FBAE40"/>
          </p15:clr>
        </p15:guide>
        <p15:guide id="14" orient="horz" pos="1184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157CD5EF-1BC8-0BFB-676C-3DF4976D3E0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691950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57CD5EF-1BC8-0BFB-676C-3DF4976D3E0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200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Middle"/>
          <p:cNvSpPr>
            <a:spLocks noGrp="1"/>
          </p:cNvSpPr>
          <p:nvPr>
            <p:ph type="body" sz="quarter" idx="13" hasCustomPrompt="1"/>
          </p:nvPr>
        </p:nvSpPr>
        <p:spPr>
          <a:xfrm>
            <a:off x="4368799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Middle"/>
          <p:cNvSpPr>
            <a:spLocks noGrp="1"/>
          </p:cNvSpPr>
          <p:nvPr>
            <p:ph sz="quarter" idx="12"/>
          </p:nvPr>
        </p:nvSpPr>
        <p:spPr>
          <a:xfrm>
            <a:off x="4368799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Heading Right"/>
          <p:cNvSpPr>
            <a:spLocks noGrp="1"/>
          </p:cNvSpPr>
          <p:nvPr>
            <p:ph type="body" sz="quarter" idx="15" hasCustomPrompt="1"/>
          </p:nvPr>
        </p:nvSpPr>
        <p:spPr>
          <a:xfrm>
            <a:off x="82804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8" name="Content Right"/>
          <p:cNvSpPr>
            <a:spLocks noGrp="1"/>
          </p:cNvSpPr>
          <p:nvPr>
            <p:ph sz="quarter" idx="14"/>
          </p:nvPr>
        </p:nvSpPr>
        <p:spPr>
          <a:xfrm>
            <a:off x="8280400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8625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880">
          <p15:clr>
            <a:srgbClr val="FBAE40"/>
          </p15:clr>
        </p15:guide>
        <p15:guide id="8" pos="2464">
          <p15:clr>
            <a:srgbClr val="FBAE40"/>
          </p15:clr>
        </p15:guide>
        <p15:guide id="9" pos="2752">
          <p15:clr>
            <a:srgbClr val="FBAE40"/>
          </p15:clr>
        </p15:guide>
        <p15:guide id="10" pos="4928">
          <p15:clr>
            <a:srgbClr val="FBAE40"/>
          </p15:clr>
        </p15:guide>
        <p15:guide id="11" pos="5216">
          <p15:clr>
            <a:srgbClr val="FBAE40"/>
          </p15:clr>
        </p15:guide>
        <p15:guide id="13" orient="horz" pos="118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AAED8589-C4E4-3ABB-4E63-9C75029E28C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9828457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AED8589-C4E4-3ABB-4E63-9C75029E28C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 Top"/>
          <p:cNvSpPr>
            <a:spLocks noGrp="1"/>
          </p:cNvSpPr>
          <p:nvPr>
            <p:ph type="body" idx="10" hasCustomPrompt="1"/>
          </p:nvPr>
        </p:nvSpPr>
        <p:spPr>
          <a:xfrm>
            <a:off x="457199" y="1399032"/>
            <a:ext cx="24765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 Top"/>
          <p:cNvSpPr>
            <a:spLocks noGrp="1"/>
          </p:cNvSpPr>
          <p:nvPr>
            <p:ph sz="quarter" idx="11"/>
          </p:nvPr>
        </p:nvSpPr>
        <p:spPr>
          <a:xfrm>
            <a:off x="457199" y="1883664"/>
            <a:ext cx="24765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Middle Left"/>
          <p:cNvSpPr>
            <a:spLocks noGrp="1"/>
          </p:cNvSpPr>
          <p:nvPr>
            <p:ph type="body" idx="13" hasCustomPrompt="1"/>
          </p:nvPr>
        </p:nvSpPr>
        <p:spPr>
          <a:xfrm>
            <a:off x="3390900" y="1399032"/>
            <a:ext cx="24765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Middle Left"/>
          <p:cNvSpPr>
            <a:spLocks noGrp="1"/>
          </p:cNvSpPr>
          <p:nvPr>
            <p:ph sz="quarter" idx="12"/>
          </p:nvPr>
        </p:nvSpPr>
        <p:spPr>
          <a:xfrm>
            <a:off x="3390900" y="1883664"/>
            <a:ext cx="24765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Heading Middle Right"/>
          <p:cNvSpPr>
            <a:spLocks noGrp="1"/>
          </p:cNvSpPr>
          <p:nvPr>
            <p:ph type="body" idx="15" hasCustomPrompt="1"/>
          </p:nvPr>
        </p:nvSpPr>
        <p:spPr>
          <a:xfrm>
            <a:off x="6324600" y="1399032"/>
            <a:ext cx="24765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8" name="Content Middle Right"/>
          <p:cNvSpPr>
            <a:spLocks noGrp="1"/>
          </p:cNvSpPr>
          <p:nvPr>
            <p:ph sz="quarter" idx="14"/>
          </p:nvPr>
        </p:nvSpPr>
        <p:spPr>
          <a:xfrm>
            <a:off x="6324600" y="1883664"/>
            <a:ext cx="24765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Heading Right"/>
          <p:cNvSpPr>
            <a:spLocks noGrp="1"/>
          </p:cNvSpPr>
          <p:nvPr>
            <p:ph type="body" idx="17" hasCustomPrompt="1"/>
          </p:nvPr>
        </p:nvSpPr>
        <p:spPr>
          <a:xfrm>
            <a:off x="9258300" y="1399032"/>
            <a:ext cx="24765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0" name="Content Right"/>
          <p:cNvSpPr>
            <a:spLocks noGrp="1"/>
          </p:cNvSpPr>
          <p:nvPr>
            <p:ph sz="quarter" idx="16"/>
          </p:nvPr>
        </p:nvSpPr>
        <p:spPr>
          <a:xfrm>
            <a:off x="9258300" y="1883664"/>
            <a:ext cx="24765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9150517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10" pos="2136">
          <p15:clr>
            <a:srgbClr val="FBAE40"/>
          </p15:clr>
        </p15:guide>
        <p15:guide id="11" pos="3696">
          <p15:clr>
            <a:srgbClr val="FBAE40"/>
          </p15:clr>
        </p15:guide>
        <p15:guide id="12" pos="1848">
          <p15:clr>
            <a:srgbClr val="FBAE40"/>
          </p15:clr>
        </p15:guide>
        <p15:guide id="13" pos="3984">
          <p15:clr>
            <a:srgbClr val="FBAE40"/>
          </p15:clr>
        </p15:guide>
        <p15:guide id="14" pos="5544">
          <p15:clr>
            <a:srgbClr val="FBAE40"/>
          </p15:clr>
        </p15:guide>
        <p15:guide id="15" pos="5832">
          <p15:clr>
            <a:srgbClr val="FBAE40"/>
          </p15:clr>
        </p15:guide>
        <p15:guide id="17" orient="horz" pos="118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0CA6B5DE-F0BA-2032-05C4-72032908103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15693435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CA6B5DE-F0BA-2032-05C4-72032908103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 Top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18923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 Top"/>
          <p:cNvSpPr>
            <a:spLocks noGrp="1"/>
          </p:cNvSpPr>
          <p:nvPr>
            <p:ph sz="quarter" idx="11"/>
          </p:nvPr>
        </p:nvSpPr>
        <p:spPr>
          <a:xfrm>
            <a:off x="457200" y="1883664"/>
            <a:ext cx="18923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Middle Left"/>
          <p:cNvSpPr>
            <a:spLocks noGrp="1"/>
          </p:cNvSpPr>
          <p:nvPr>
            <p:ph type="body" idx="13" hasCustomPrompt="1"/>
          </p:nvPr>
        </p:nvSpPr>
        <p:spPr>
          <a:xfrm>
            <a:off x="2806700" y="1399032"/>
            <a:ext cx="18923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Middle Left"/>
          <p:cNvSpPr>
            <a:spLocks noGrp="1"/>
          </p:cNvSpPr>
          <p:nvPr>
            <p:ph sz="quarter" idx="12"/>
          </p:nvPr>
        </p:nvSpPr>
        <p:spPr>
          <a:xfrm>
            <a:off x="2806700" y="1883664"/>
            <a:ext cx="18923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Heading Middle"/>
          <p:cNvSpPr>
            <a:spLocks noGrp="1"/>
          </p:cNvSpPr>
          <p:nvPr>
            <p:ph type="body" idx="15" hasCustomPrompt="1"/>
          </p:nvPr>
        </p:nvSpPr>
        <p:spPr>
          <a:xfrm>
            <a:off x="5156200" y="1399032"/>
            <a:ext cx="1879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8" name="Content Middle"/>
          <p:cNvSpPr>
            <a:spLocks noGrp="1"/>
          </p:cNvSpPr>
          <p:nvPr>
            <p:ph sz="quarter" idx="14"/>
          </p:nvPr>
        </p:nvSpPr>
        <p:spPr>
          <a:xfrm>
            <a:off x="5156200" y="1883664"/>
            <a:ext cx="18796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Heading Middle Right"/>
          <p:cNvSpPr>
            <a:spLocks noGrp="1"/>
          </p:cNvSpPr>
          <p:nvPr>
            <p:ph type="body" idx="17" hasCustomPrompt="1"/>
          </p:nvPr>
        </p:nvSpPr>
        <p:spPr>
          <a:xfrm>
            <a:off x="7493000" y="1399032"/>
            <a:ext cx="18923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0" name="Content Middle Right"/>
          <p:cNvSpPr>
            <a:spLocks noGrp="1"/>
          </p:cNvSpPr>
          <p:nvPr>
            <p:ph sz="quarter" idx="16"/>
          </p:nvPr>
        </p:nvSpPr>
        <p:spPr>
          <a:xfrm>
            <a:off x="7493000" y="1883664"/>
            <a:ext cx="18923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20" name="Heading Right">
            <a:extLst>
              <a:ext uri="{FF2B5EF4-FFF2-40B4-BE49-F238E27FC236}">
                <a16:creationId xmlns:a16="http://schemas.microsoft.com/office/drawing/2014/main" id="{28D70AB5-46A8-4A97-AAB4-47C1BD4B837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9842500" y="1399032"/>
            <a:ext cx="18923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21" name="Content Right">
            <a:extLst>
              <a:ext uri="{FF2B5EF4-FFF2-40B4-BE49-F238E27FC236}">
                <a16:creationId xmlns:a16="http://schemas.microsoft.com/office/drawing/2014/main" id="{8E85D35B-391E-43DD-85C1-F9607552878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842500" y="1883664"/>
            <a:ext cx="18923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11815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1480">
          <p15:clr>
            <a:srgbClr val="FBAE40"/>
          </p15:clr>
        </p15:guide>
        <p15:guide id="7" pos="1768">
          <p15:clr>
            <a:srgbClr val="FBAE40"/>
          </p15:clr>
        </p15:guide>
        <p15:guide id="8" pos="2960">
          <p15:clr>
            <a:srgbClr val="FBAE40"/>
          </p15:clr>
        </p15:guide>
        <p15:guide id="9" pos="3248">
          <p15:clr>
            <a:srgbClr val="FBAE40"/>
          </p15:clr>
        </p15:guide>
        <p15:guide id="10" pos="4432">
          <p15:clr>
            <a:srgbClr val="FBAE40"/>
          </p15:clr>
        </p15:guide>
        <p15:guide id="11" pos="4720">
          <p15:clr>
            <a:srgbClr val="FBAE40"/>
          </p15:clr>
        </p15:guide>
        <p15:guide id="12" pos="5912">
          <p15:clr>
            <a:srgbClr val="FBAE40"/>
          </p15:clr>
        </p15:guide>
        <p15:guide id="13" pos="6200">
          <p15:clr>
            <a:srgbClr val="FBAE40"/>
          </p15:clr>
        </p15:guide>
        <p15:guide id="15" orient="horz" pos="1184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extboxe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2" name="think-cell data - do not delete" hidden="1">
            <a:extLst>
              <a:ext uri="{FF2B5EF4-FFF2-40B4-BE49-F238E27FC236}">
                <a16:creationId xmlns:a16="http://schemas.microsoft.com/office/drawing/2014/main" id="{9D4797EE-45A1-06EE-0D06-833E76AC1E0B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8594001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1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D4797EE-45A1-06EE-0D06-833E76AC1E0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 Top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 Top"/>
          <p:cNvSpPr>
            <a:spLocks noGrp="1"/>
          </p:cNvSpPr>
          <p:nvPr>
            <p:ph sz="quarter" idx="11"/>
          </p:nvPr>
        </p:nvSpPr>
        <p:spPr>
          <a:xfrm>
            <a:off x="457200" y="1883664"/>
            <a:ext cx="54102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Right Top"/>
          <p:cNvSpPr>
            <a:spLocks noGrp="1"/>
          </p:cNvSpPr>
          <p:nvPr>
            <p:ph type="body" idx="13" hasCustomPrompt="1"/>
          </p:nvPr>
        </p:nvSpPr>
        <p:spPr>
          <a:xfrm>
            <a:off x="6324600" y="1399032"/>
            <a:ext cx="5410199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Right Top"/>
          <p:cNvSpPr>
            <a:spLocks noGrp="1"/>
          </p:cNvSpPr>
          <p:nvPr>
            <p:ph sz="quarter" idx="12"/>
          </p:nvPr>
        </p:nvSpPr>
        <p:spPr>
          <a:xfrm>
            <a:off x="6324600" y="1883664"/>
            <a:ext cx="5410199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Heading Left Bottom"/>
          <p:cNvSpPr>
            <a:spLocks noGrp="1"/>
          </p:cNvSpPr>
          <p:nvPr>
            <p:ph type="body" idx="15" hasCustomPrompt="1"/>
          </p:nvPr>
        </p:nvSpPr>
        <p:spPr>
          <a:xfrm>
            <a:off x="457200" y="400507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8" name="Content Left Bottom"/>
          <p:cNvSpPr>
            <a:spLocks noGrp="1"/>
          </p:cNvSpPr>
          <p:nvPr>
            <p:ph sz="quarter" idx="14"/>
          </p:nvPr>
        </p:nvSpPr>
        <p:spPr>
          <a:xfrm>
            <a:off x="457200" y="4489704"/>
            <a:ext cx="54102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Heading Right Bottom"/>
          <p:cNvSpPr>
            <a:spLocks noGrp="1"/>
          </p:cNvSpPr>
          <p:nvPr>
            <p:ph type="body" idx="17" hasCustomPrompt="1"/>
          </p:nvPr>
        </p:nvSpPr>
        <p:spPr>
          <a:xfrm>
            <a:off x="6324600" y="4005072"/>
            <a:ext cx="5410199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0" name="Content Right Bottom"/>
          <p:cNvSpPr>
            <a:spLocks noGrp="1"/>
          </p:cNvSpPr>
          <p:nvPr>
            <p:ph sz="quarter" idx="16"/>
          </p:nvPr>
        </p:nvSpPr>
        <p:spPr>
          <a:xfrm>
            <a:off x="6324600" y="4489704"/>
            <a:ext cx="5410199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3340382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880">
          <p15:clr>
            <a:srgbClr val="FBAE40"/>
          </p15:clr>
        </p15:guide>
        <p15:guide id="10" pos="3984">
          <p15:clr>
            <a:srgbClr val="FBAE40"/>
          </p15:clr>
        </p15:guide>
        <p15:guide id="14" pos="3696">
          <p15:clr>
            <a:srgbClr val="FBAE40"/>
          </p15:clr>
        </p15:guide>
        <p15:guide id="15" orient="horz" pos="1184">
          <p15:clr>
            <a:srgbClr val="FBAE40"/>
          </p15:clr>
        </p15:guide>
        <p15:guide id="17" orient="horz" pos="2832">
          <p15:clr>
            <a:srgbClr val="FBAE40"/>
          </p15:clr>
        </p15:guide>
        <p15:guide id="18" orient="horz" pos="25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textboxe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" name="think-cell data - do not delete" hidden="1">
            <a:extLst>
              <a:ext uri="{FF2B5EF4-FFF2-40B4-BE49-F238E27FC236}">
                <a16:creationId xmlns:a16="http://schemas.microsoft.com/office/drawing/2014/main" id="{0B60F6E5-CAF0-D196-7179-A792AEDC54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9524824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16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B60F6E5-CAF0-D196-7179-A792AEDC54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eading Left Top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4" name="Content Left Top"/>
          <p:cNvSpPr>
            <a:spLocks noGrp="1"/>
          </p:cNvSpPr>
          <p:nvPr>
            <p:ph sz="quarter" idx="11"/>
          </p:nvPr>
        </p:nvSpPr>
        <p:spPr>
          <a:xfrm>
            <a:off x="457200" y="188366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Heading Middle Top"/>
          <p:cNvSpPr>
            <a:spLocks noGrp="1"/>
          </p:cNvSpPr>
          <p:nvPr>
            <p:ph type="body" idx="13" hasCustomPrompt="1"/>
          </p:nvPr>
        </p:nvSpPr>
        <p:spPr>
          <a:xfrm>
            <a:off x="4368799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6" name="Content Middle Top"/>
          <p:cNvSpPr>
            <a:spLocks noGrp="1"/>
          </p:cNvSpPr>
          <p:nvPr>
            <p:ph sz="quarter" idx="12"/>
          </p:nvPr>
        </p:nvSpPr>
        <p:spPr>
          <a:xfrm>
            <a:off x="4368799" y="188366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Heading Right Top"/>
          <p:cNvSpPr>
            <a:spLocks noGrp="1"/>
          </p:cNvSpPr>
          <p:nvPr>
            <p:ph type="body" idx="15" hasCustomPrompt="1"/>
          </p:nvPr>
        </p:nvSpPr>
        <p:spPr>
          <a:xfrm>
            <a:off x="82804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8" name="Content Right Top"/>
          <p:cNvSpPr>
            <a:spLocks noGrp="1"/>
          </p:cNvSpPr>
          <p:nvPr>
            <p:ph sz="quarter" idx="14"/>
          </p:nvPr>
        </p:nvSpPr>
        <p:spPr>
          <a:xfrm>
            <a:off x="8280400" y="188366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9" name="Heading Left Bottom"/>
          <p:cNvSpPr>
            <a:spLocks noGrp="1"/>
          </p:cNvSpPr>
          <p:nvPr>
            <p:ph type="body" idx="17" hasCustomPrompt="1"/>
          </p:nvPr>
        </p:nvSpPr>
        <p:spPr>
          <a:xfrm>
            <a:off x="457200" y="400507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0" name="Content Left Bottom"/>
          <p:cNvSpPr>
            <a:spLocks noGrp="1"/>
          </p:cNvSpPr>
          <p:nvPr>
            <p:ph sz="quarter" idx="16"/>
          </p:nvPr>
        </p:nvSpPr>
        <p:spPr>
          <a:xfrm>
            <a:off x="457200" y="448970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1" name="Heading Middle Bottom"/>
          <p:cNvSpPr>
            <a:spLocks noGrp="1"/>
          </p:cNvSpPr>
          <p:nvPr>
            <p:ph type="body" idx="19" hasCustomPrompt="1"/>
          </p:nvPr>
        </p:nvSpPr>
        <p:spPr>
          <a:xfrm>
            <a:off x="4368799" y="400507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2" name="Content Middle Bottom"/>
          <p:cNvSpPr>
            <a:spLocks noGrp="1"/>
          </p:cNvSpPr>
          <p:nvPr>
            <p:ph sz="quarter" idx="18"/>
          </p:nvPr>
        </p:nvSpPr>
        <p:spPr>
          <a:xfrm>
            <a:off x="4368799" y="448970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13" name="Heading Right Bottom"/>
          <p:cNvSpPr>
            <a:spLocks noGrp="1"/>
          </p:cNvSpPr>
          <p:nvPr>
            <p:ph type="body" idx="21" hasCustomPrompt="1"/>
          </p:nvPr>
        </p:nvSpPr>
        <p:spPr>
          <a:xfrm>
            <a:off x="8280400" y="400507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t>Heading 14 pt</a:t>
            </a:r>
          </a:p>
          <a:p>
            <a:pPr lvl="1"/>
            <a:r>
              <a:t>Subheading 14 pt</a:t>
            </a:r>
          </a:p>
        </p:txBody>
      </p:sp>
      <p:sp>
        <p:nvSpPr>
          <p:cNvPr id="14" name="Content Right Bottom"/>
          <p:cNvSpPr>
            <a:spLocks noGrp="1"/>
          </p:cNvSpPr>
          <p:nvPr>
            <p:ph sz="quarter" idx="20"/>
          </p:nvPr>
        </p:nvSpPr>
        <p:spPr>
          <a:xfrm>
            <a:off x="8280400" y="448970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442707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2" pos="2752">
          <p15:clr>
            <a:srgbClr val="FBAE40"/>
          </p15:clr>
        </p15:guide>
        <p15:guide id="14" pos="5216">
          <p15:clr>
            <a:srgbClr val="FBAE40"/>
          </p15:clr>
        </p15:guide>
        <p15:guide id="18" pos="2464">
          <p15:clr>
            <a:srgbClr val="FBAE40"/>
          </p15:clr>
        </p15:guide>
        <p15:guide id="20" pos="4928">
          <p15:clr>
            <a:srgbClr val="FBAE40"/>
          </p15:clr>
        </p15:guide>
        <p15:guide id="21" orient="horz" pos="2520">
          <p15:clr>
            <a:srgbClr val="FBAE40"/>
          </p15:clr>
        </p15:guide>
        <p15:guide id="24" orient="horz" pos="880">
          <p15:clr>
            <a:srgbClr val="FBAE40"/>
          </p15:clr>
        </p15:guide>
        <p15:guide id="25" orient="horz" pos="1184">
          <p15:clr>
            <a:srgbClr val="FBAE40"/>
          </p15:clr>
        </p15:guide>
        <p15:guide id="27" orient="horz" pos="2832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4C544005-88C7-3B5A-8E30-4215E72A15A7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190012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4C544005-88C7-3B5A-8E30-4215E72A15A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 vert="horz"/>
          <a:lstStyle/>
          <a:p>
            <a:r>
              <a:rPr lang="en-US"/>
              <a:t>Contents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1403624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 Screen Image w/ Body Cop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01F430C7-1B7C-47EA-EC95-12C95DA7169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368756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1F430C7-1B7C-47EA-EC95-12C95DA7169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4">
            <a:extLst>
              <a:ext uri="{FF2B5EF4-FFF2-40B4-BE49-F238E27FC236}">
                <a16:creationId xmlns:a16="http://schemas.microsoft.com/office/drawing/2014/main" id="{B7F7F630-17F4-6543-8ECD-44C4D9537898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3944" y="1022732"/>
            <a:ext cx="7638056" cy="514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F6F9702-5923-BD4E-8DDB-45964A07B2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969" y="2462149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A21152A-0C25-3643-B766-DB829FB5C7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163" y="3267455"/>
            <a:ext cx="4389437" cy="11334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C2D6A-EB6A-934D-8849-AC5310D8552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081713" y="1722438"/>
            <a:ext cx="4603750" cy="2616200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</p:spTree>
    <p:extLst>
      <p:ext uri="{BB962C8B-B14F-4D97-AF65-F5344CB8AC3E}">
        <p14:creationId xmlns:p14="http://schemas.microsoft.com/office/powerpoint/2010/main" val="139588973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Screen Image w/ Body Copy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34B2DF27-0C3C-5AE1-509D-92B19EAC419F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07623497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4B2DF27-0C3C-5AE1-509D-92B19EAC419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9C7113D3-5477-9949-AB38-24561C627D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86549" y="1006090"/>
            <a:ext cx="2675164" cy="4845819"/>
          </a:xfrm>
          <a:prstGeom prst="rect">
            <a:avLst/>
          </a:prstGeom>
          <a:noFill/>
          <a:effectLst>
            <a:reflection stA="23000" endPos="10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FD4329C-A3A7-934A-B6BC-79F3C228E6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969" y="2462149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2F74A6B-2C59-C141-A1E8-39B60CA7C7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163" y="3267455"/>
            <a:ext cx="4389437" cy="11334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6360DB4-B710-F840-97BD-56F986CD02D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421563" y="1616074"/>
            <a:ext cx="2041525" cy="3636409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</p:spTree>
    <p:extLst>
      <p:ext uri="{BB962C8B-B14F-4D97-AF65-F5344CB8AC3E}">
        <p14:creationId xmlns:p14="http://schemas.microsoft.com/office/powerpoint/2010/main" val="36527383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Screen Image w/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F7B6385-DA67-29D7-02B8-771F5575DB3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0421280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F7B6385-DA67-29D7-02B8-771F5575DB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FD4329C-A3A7-934A-B6BC-79F3C228E6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969" y="2462149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2F74A6B-2C59-C141-A1E8-39B60CA7C7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163" y="3267455"/>
            <a:ext cx="4389437" cy="11334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4BB097-01F7-9848-A2FD-D747F9E72D5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9227" y="263258"/>
            <a:ext cx="4261373" cy="6285740"/>
          </a:xfrm>
          <a:prstGeom prst="rect">
            <a:avLst/>
          </a:prstGeom>
          <a:noFill/>
          <a:effectLst>
            <a:reflection blurRad="6350" stA="23000" endPos="10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2EB935E5-A45B-9047-BABB-260069AB35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72060" y="935026"/>
            <a:ext cx="3705240" cy="4912415"/>
          </a:xfrm>
          <a:custGeom>
            <a:avLst/>
            <a:gdLst>
              <a:gd name="connsiteX0" fmla="*/ 0 w 2820838"/>
              <a:gd name="connsiteY0" fmla="*/ 0 h 3735238"/>
              <a:gd name="connsiteX1" fmla="*/ 2820838 w 2820838"/>
              <a:gd name="connsiteY1" fmla="*/ 0 h 3735238"/>
              <a:gd name="connsiteX2" fmla="*/ 2820838 w 2820838"/>
              <a:gd name="connsiteY2" fmla="*/ 3735238 h 3735238"/>
              <a:gd name="connsiteX3" fmla="*/ 0 w 2820838"/>
              <a:gd name="connsiteY3" fmla="*/ 3735238 h 373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0838" h="3735238">
                <a:moveTo>
                  <a:pt x="0" y="0"/>
                </a:moveTo>
                <a:lnTo>
                  <a:pt x="2820838" y="0"/>
                </a:lnTo>
                <a:lnTo>
                  <a:pt x="2820838" y="3735238"/>
                </a:lnTo>
                <a:lnTo>
                  <a:pt x="0" y="3735238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>
                <a:alpha val="81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193897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and Compu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78EBCC3A-14AC-B028-6E00-E9916966AD04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5314894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8EBCC3A-14AC-B028-6E00-E9916966AD0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 userDrawn="1"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Calibri" panose="020F0502020204030204" pitchFamily="34" charset="0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D9757-D430-324B-B9A3-CB630C28843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535" y="-743619"/>
            <a:ext cx="8345237" cy="8345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9E87076-ED09-C74F-B234-90F536C1BA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026" y="762584"/>
            <a:ext cx="7509753" cy="4226492"/>
          </a:xfrm>
          <a:custGeom>
            <a:avLst/>
            <a:gdLst>
              <a:gd name="connsiteX0" fmla="*/ 0 w 4839419"/>
              <a:gd name="connsiteY0" fmla="*/ 0 h 2777706"/>
              <a:gd name="connsiteX1" fmla="*/ 4839419 w 4839419"/>
              <a:gd name="connsiteY1" fmla="*/ 0 h 2777706"/>
              <a:gd name="connsiteX2" fmla="*/ 4839419 w 4839419"/>
              <a:gd name="connsiteY2" fmla="*/ 2777706 h 2777706"/>
              <a:gd name="connsiteX3" fmla="*/ 0 w 4839419"/>
              <a:gd name="connsiteY3" fmla="*/ 2777706 h 277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39419" h="2777706">
                <a:moveTo>
                  <a:pt x="0" y="0"/>
                </a:moveTo>
                <a:lnTo>
                  <a:pt x="4839419" y="0"/>
                </a:lnTo>
                <a:lnTo>
                  <a:pt x="4839419" y="2777706"/>
                </a:lnTo>
                <a:lnTo>
                  <a:pt x="0" y="2777706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25400">
              <a:prstClr val="black">
                <a:alpha val="58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41D199-27D1-ED41-B44B-16823471D60C}"/>
              </a:ext>
            </a:extLst>
          </p:cNvPr>
          <p:cNvGrpSpPr/>
          <p:nvPr userDrawn="1"/>
        </p:nvGrpSpPr>
        <p:grpSpPr>
          <a:xfrm>
            <a:off x="205701" y="436764"/>
            <a:ext cx="3343315" cy="6026498"/>
            <a:chOff x="7871044" y="199745"/>
            <a:chExt cx="3670329" cy="66159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016A417-8E35-674B-9522-03F52D4261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6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6DF42CE-8610-2C40-835F-C026A6482132}"/>
                </a:ext>
              </a:extLst>
            </p:cNvPr>
            <p:cNvPicPr>
              <a:picLocks/>
            </p:cNvPicPr>
            <p:nvPr userDrawn="1"/>
          </p:nvPicPr>
          <p:blipFill>
            <a:blip r:embed="rId7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FB06323-1077-1343-8951-4F9C8E6FF64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639205" y="575627"/>
            <a:ext cx="2755874" cy="5390145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39362701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C6B7F33A-E05B-D24A-CD0D-29ECBF726FB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9876607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B7F33A-E05B-D24A-CD0D-29ECBF726F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B8895BBD-FB6C-FC49-8CB2-9C2E2057777B}"/>
              </a:ext>
            </a:extLst>
          </p:cNvPr>
          <p:cNvGrpSpPr/>
          <p:nvPr userDrawn="1"/>
        </p:nvGrpSpPr>
        <p:grpSpPr>
          <a:xfrm>
            <a:off x="0" y="663625"/>
            <a:ext cx="3180877" cy="5733695"/>
            <a:chOff x="7871044" y="199745"/>
            <a:chExt cx="3670329" cy="661595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0E22972-1B56-1F43-8707-BB055B85F1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C70B68D-C821-4941-95B9-7ED1D3555D4D}"/>
                </a:ext>
              </a:extLst>
            </p:cNvPr>
            <p:cNvPicPr>
              <a:picLocks/>
            </p:cNvPicPr>
            <p:nvPr userDrawn="1"/>
          </p:nvPicPr>
          <p:blipFill>
            <a:blip r:embed="rId6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C9F519B3-C9BD-6C4E-B9A4-BD54F4B4F59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43274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10E530-B44C-3E41-928F-DF042440DEF7}"/>
              </a:ext>
            </a:extLst>
          </p:cNvPr>
          <p:cNvGrpSpPr/>
          <p:nvPr userDrawn="1"/>
        </p:nvGrpSpPr>
        <p:grpSpPr>
          <a:xfrm>
            <a:off x="2976880" y="663625"/>
            <a:ext cx="3180877" cy="5733695"/>
            <a:chOff x="7871044" y="199745"/>
            <a:chExt cx="3670329" cy="661595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C8B8BF5-E214-9E4A-BA73-00B5226196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89A5EFE-5F6C-884E-9B32-661E054CBE17}"/>
                </a:ext>
              </a:extLst>
            </p:cNvPr>
            <p:cNvPicPr>
              <a:picLocks/>
            </p:cNvPicPr>
            <p:nvPr userDrawn="1"/>
          </p:nvPicPr>
          <p:blipFill>
            <a:blip r:embed="rId6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87214D4E-0F1A-624A-A09C-211D22FB8100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40962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9708C2D-AE97-A94C-A8CD-7DE61A848106}"/>
              </a:ext>
            </a:extLst>
          </p:cNvPr>
          <p:cNvGrpSpPr/>
          <p:nvPr userDrawn="1"/>
        </p:nvGrpSpPr>
        <p:grpSpPr>
          <a:xfrm>
            <a:off x="5974080" y="663625"/>
            <a:ext cx="3180877" cy="5733695"/>
            <a:chOff x="7871044" y="199745"/>
            <a:chExt cx="3670329" cy="661595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440BAAD-BF7C-4345-A3B8-5D49B3F587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263B2E2-79F5-6C44-B7E1-B442C2A3E9B2}"/>
                </a:ext>
              </a:extLst>
            </p:cNvPr>
            <p:cNvPicPr>
              <a:picLocks/>
            </p:cNvPicPr>
            <p:nvPr userDrawn="1"/>
          </p:nvPicPr>
          <p:blipFill>
            <a:blip r:embed="rId6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2DEF7FB6-832E-5343-A125-9E08021A711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40682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3E3F472-D6B5-5A4D-A7F5-8B22745006A6}"/>
              </a:ext>
            </a:extLst>
          </p:cNvPr>
          <p:cNvGrpSpPr/>
          <p:nvPr userDrawn="1"/>
        </p:nvGrpSpPr>
        <p:grpSpPr>
          <a:xfrm>
            <a:off x="8950960" y="663625"/>
            <a:ext cx="3180877" cy="5733695"/>
            <a:chOff x="7871044" y="199745"/>
            <a:chExt cx="3670329" cy="661595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DBED865-23BD-1443-AC36-5FC2B9065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DB7B73D-89AE-A14A-B3EC-231DFDA1DC4D}"/>
                </a:ext>
              </a:extLst>
            </p:cNvPr>
            <p:cNvPicPr>
              <a:picLocks/>
            </p:cNvPicPr>
            <p:nvPr userDrawn="1"/>
          </p:nvPicPr>
          <p:blipFill>
            <a:blip r:embed="rId6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31" name="Picture Placeholder 6">
            <a:extLst>
              <a:ext uri="{FF2B5EF4-FFF2-40B4-BE49-F238E27FC236}">
                <a16:creationId xmlns:a16="http://schemas.microsoft.com/office/drawing/2014/main" id="{80E299BD-ED3C-4043-8755-E6135E725CB8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38370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  <a:endParaRPr lang="id-ID"/>
          </a:p>
        </p:txBody>
      </p:sp>
    </p:spTree>
    <p:extLst>
      <p:ext uri="{BB962C8B-B14F-4D97-AF65-F5344CB8AC3E}">
        <p14:creationId xmlns:p14="http://schemas.microsoft.com/office/powerpoint/2010/main" val="2053471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  <p:bldP spid="27" grpId="0" animBg="1"/>
      <p:bldP spid="31" grpId="0" animBg="1"/>
    </p:bldLst>
  </p:timing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D593918-5C3F-AE95-1EA7-670208464E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70675544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593918-5C3F-AE95-1EA7-670208464E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EC4CDA2-9F73-FCEA-9B38-DD104E7B77F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US" sz="1400" kern="0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C03A4DE-635B-0393-3A85-D7447E22D10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lum/>
          </a:blip>
          <a:stretch>
            <a:fillRect/>
          </a:stretch>
        </p:blipFill>
        <p:spPr>
          <a:xfrm>
            <a:off x="3923072" y="3098800"/>
            <a:ext cx="4345856" cy="66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13778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D593918-5C3F-AE95-1EA7-670208464E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9556102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593918-5C3F-AE95-1EA7-670208464E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EC4CDA2-9F73-FCEA-9B38-DD104E7B77F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US" sz="1400" kern="0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C03A4DE-635B-0393-3A85-D7447E22D10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lum/>
          </a:blip>
          <a:stretch>
            <a:fillRect/>
          </a:stretch>
        </p:blipFill>
        <p:spPr>
          <a:xfrm>
            <a:off x="3923072" y="3098800"/>
            <a:ext cx="4345856" cy="66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58497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2DF5B457-1386-D7F5-5C15-54A8F1A8DD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2553522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5" progId="TCLayout.ActiveDocument.1">
                  <p:embed/>
                </p:oleObj>
              </mc:Choice>
              <mc:Fallback>
                <p:oleObj name="think-cell Slide" r:id="rId3" imgW="404" imgH="405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2DF5B457-1386-D7F5-5C15-54A8F1A8DD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0542003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040F8447-7919-A2E1-4406-EB7541168EC9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0872341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40F8447-7919-A2E1-4406-EB7541168EC9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A35CE65C-F6AB-B8DE-D8F3-CCD3327FEB76}"/>
              </a:ext>
            </a:extLst>
          </p:cNvPr>
          <p:cNvSpPr/>
          <p:nvPr userDrawn="1"/>
        </p:nvSpPr>
        <p:spPr>
          <a:xfrm>
            <a:off x="0" y="0"/>
            <a:ext cx="12192000" cy="6866456"/>
          </a:xfrm>
          <a:prstGeom prst="rect">
            <a:avLst/>
          </a:prstGeom>
          <a:solidFill>
            <a:srgbClr val="007F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CBE716C-7C6F-7BC8-3ACA-9099D08843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590288"/>
            <a:ext cx="2582868" cy="227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7" name="Content Placeholder 8">
            <a:extLst>
              <a:ext uri="{FF2B5EF4-FFF2-40B4-BE49-F238E27FC236}">
                <a16:creationId xmlns:a16="http://schemas.microsoft.com/office/drawing/2014/main" id="{25BFED99-AA7A-CBEA-2363-F6D514F75688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4399935" y="6124576"/>
            <a:ext cx="3392129" cy="276224"/>
          </a:xfrm>
        </p:spPr>
        <p:txBody>
          <a:bodyPr anchor="ctr">
            <a:normAutofit/>
          </a:bodyPr>
          <a:lstStyle>
            <a:lvl1pPr marL="0" indent="0" algn="ctr">
              <a:buNone/>
              <a:defRPr sz="1200" b="1"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bg1"/>
                </a:solidFill>
              </a:defRPr>
            </a:lvl2pPr>
            <a:lvl3pPr marL="914400" indent="0" algn="ctr">
              <a:buNone/>
              <a:defRPr>
                <a:solidFill>
                  <a:schemeClr val="bg1"/>
                </a:solidFill>
              </a:defRPr>
            </a:lvl3pPr>
            <a:lvl4pPr marL="1371600" indent="0" algn="ctr">
              <a:buNone/>
              <a:defRPr>
                <a:solidFill>
                  <a:schemeClr val="bg1"/>
                </a:solidFill>
              </a:defRPr>
            </a:lvl4pPr>
            <a:lvl5pPr marL="1828800" indent="0" algn="ctr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Privileged &amp; Confidential</a:t>
            </a:r>
          </a:p>
        </p:txBody>
      </p:sp>
      <p:pic>
        <p:nvPicPr>
          <p:cNvPr id="8" name="Picture 7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2211E30D-5634-138D-D160-FB2600365EC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lum/>
          </a:blip>
          <a:stretch>
            <a:fillRect/>
          </a:stretch>
        </p:blipFill>
        <p:spPr>
          <a:xfrm>
            <a:off x="8191198" y="381000"/>
            <a:ext cx="3584509" cy="54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6EC2C34-F165-17E4-9C8E-A282A9E2C607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lum/>
          </a:blip>
          <a:stretch>
            <a:fillRect/>
          </a:stretch>
        </p:blipFill>
        <p:spPr>
          <a:xfrm>
            <a:off x="11089907" y="6049588"/>
            <a:ext cx="68580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2" name="Title"/>
          <p:cNvSpPr>
            <a:spLocks noGrp="1"/>
          </p:cNvSpPr>
          <p:nvPr>
            <p:ph type="body" sz="quarter" idx="10" hasCustomPrompt="1"/>
          </p:nvPr>
        </p:nvSpPr>
        <p:spPr>
          <a:xfrm>
            <a:off x="722376" y="2601903"/>
            <a:ext cx="10747248" cy="487569"/>
          </a:xfrm>
        </p:spPr>
        <p:txBody>
          <a:bodyPr lIns="0" tIns="0" rIns="0" bIns="0" anchor="b">
            <a:spAutoFit/>
          </a:bodyPr>
          <a:lstStyle>
            <a:lvl1pPr marL="0" indent="0" algn="ctr" fontAlgn="base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3600" b="1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  <a:lvl2pPr marL="0" indent="0" fontAlgn="base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2pPr>
            <a:lvl3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3pPr>
            <a:lvl4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4pPr>
            <a:lvl5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5pPr>
            <a:lvl6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6pPr>
            <a:lvl7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7pPr>
            <a:lvl8pPr marL="0" indent="0">
              <a:lnSpc>
                <a:spcPct val="88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" name="Sub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722375" y="3303016"/>
            <a:ext cx="10747247" cy="369332"/>
          </a:xfrm>
        </p:spPr>
        <p:txBody>
          <a:bodyPr lIns="0" tIns="0" rIns="0" bIns="0">
            <a:spAutoFit/>
          </a:bodyPr>
          <a:lstStyle>
            <a:lvl1pPr marL="0" indent="0" algn="ctr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400">
                <a:solidFill>
                  <a:schemeClr val="bg2"/>
                </a:solidFill>
              </a:defRPr>
            </a:lvl1pPr>
            <a:lvl2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8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Presenter"/>
          <p:cNvSpPr>
            <a:spLocks noGrp="1"/>
          </p:cNvSpPr>
          <p:nvPr>
            <p:ph type="body" sz="quarter" idx="13" hasCustomPrompt="1"/>
          </p:nvPr>
        </p:nvSpPr>
        <p:spPr>
          <a:xfrm>
            <a:off x="722375" y="4211618"/>
            <a:ext cx="10747247" cy="246221"/>
          </a:xfrm>
        </p:spPr>
        <p:txBody>
          <a:bodyPr lIns="0" tIns="0" rIns="0" bIns="0" anchor="b">
            <a:spAutoFit/>
          </a:bodyPr>
          <a:lstStyle>
            <a:lvl1pPr marL="0" indent="0" algn="ctr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bg2"/>
                </a:solidFill>
              </a:defRPr>
            </a:lvl1pPr>
            <a:lvl2pPr marL="0" indent="0" fontAlgn="base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Date</a:t>
            </a:r>
          </a:p>
        </p:txBody>
      </p:sp>
    </p:spTree>
    <p:extLst>
      <p:ext uri="{BB962C8B-B14F-4D97-AF65-F5344CB8AC3E}">
        <p14:creationId xmlns:p14="http://schemas.microsoft.com/office/powerpoint/2010/main" val="235231395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18358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317653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eading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11277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</p:spTree>
    <p:extLst>
      <p:ext uri="{BB962C8B-B14F-4D97-AF65-F5344CB8AC3E}">
        <p14:creationId xmlns:p14="http://schemas.microsoft.com/office/powerpoint/2010/main" val="24614416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880">
          <p15:clr>
            <a:srgbClr val="FBAE40"/>
          </p15:clr>
        </p15:guide>
        <p15:guide id="5" orient="horz" pos="118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eading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11277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4" name="Content"/>
          <p:cNvSpPr>
            <a:spLocks noGrp="1"/>
          </p:cNvSpPr>
          <p:nvPr>
            <p:ph idx="11"/>
          </p:nvPr>
        </p:nvSpPr>
        <p:spPr>
          <a:xfrm>
            <a:off x="457200" y="1883664"/>
            <a:ext cx="112776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2595879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880">
          <p15:clr>
            <a:srgbClr val="FBAE40"/>
          </p15:clr>
        </p15:guide>
        <p15:guide id="6" orient="horz" pos="118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ig portrait photo on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">
            <a:extLst>
              <a:ext uri="{FF2B5EF4-FFF2-40B4-BE49-F238E27FC236}">
                <a16:creationId xmlns:a16="http://schemas.microsoft.com/office/drawing/2014/main" id="{963C4256-FB04-439A-992B-410C42319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84048"/>
            <a:ext cx="7365998" cy="75895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eading"/>
          <p:cNvSpPr>
            <a:spLocks noGrp="1"/>
          </p:cNvSpPr>
          <p:nvPr>
            <p:ph type="body" idx="10" hasCustomPrompt="1"/>
          </p:nvPr>
        </p:nvSpPr>
        <p:spPr>
          <a:xfrm>
            <a:off x="457199" y="1399032"/>
            <a:ext cx="73660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4" name="Content"/>
          <p:cNvSpPr>
            <a:spLocks noGrp="1"/>
          </p:cNvSpPr>
          <p:nvPr>
            <p:ph sz="half" idx="11"/>
          </p:nvPr>
        </p:nvSpPr>
        <p:spPr>
          <a:xfrm>
            <a:off x="457198" y="1883664"/>
            <a:ext cx="73660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Picture">
            <a:extLst>
              <a:ext uri="{FF2B5EF4-FFF2-40B4-BE49-F238E27FC236}">
                <a16:creationId xmlns:a16="http://schemas.microsoft.com/office/drawing/2014/main" id="{0D3F1C2C-B46E-4074-AA0F-9EAD49A9905B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80400" y="0"/>
            <a:ext cx="3911600" cy="6858000"/>
          </a:xfrm>
        </p:spPr>
        <p:txBody>
          <a:bodyPr tIns="640080" anchor="ctr"/>
          <a:lstStyle>
            <a:lvl1pPr marL="0" indent="0" algn="ctr">
              <a:buNone/>
              <a:defRPr sz="1400">
                <a:solidFill>
                  <a:srgbClr val="C3C3C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4205634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  <p15:guide id="4" orient="horz" pos="1184">
          <p15:clr>
            <a:srgbClr val="FBAE40"/>
          </p15:clr>
        </p15:guide>
        <p15:guide id="6" pos="4928">
          <p15:clr>
            <a:srgbClr val="FBAE40"/>
          </p15:clr>
        </p15:guide>
        <p15:guide id="9" pos="5216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F55BF9B0-47A0-3816-DEAC-AB6CF99B5671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04209773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55BF9B0-47A0-3816-DEAC-AB6CF99B567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B9F6AD1B-F41E-5E22-6DEE-74260C91C13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US" sz="1400" kern="0">
              <a:solidFill>
                <a:schemeClr val="tx1"/>
              </a:solidFill>
            </a:endParaRPr>
          </a:p>
        </p:txBody>
      </p:sp>
      <p:sp>
        <p:nvSpPr>
          <p:cNvPr id="2" name="SectionTitle"/>
          <p:cNvSpPr>
            <a:spLocks noGrp="1"/>
          </p:cNvSpPr>
          <p:nvPr>
            <p:ph type="body" sz="quarter" idx="11" hasCustomPrompt="1"/>
          </p:nvPr>
        </p:nvSpPr>
        <p:spPr>
          <a:xfrm>
            <a:off x="995680" y="3665728"/>
            <a:ext cx="10473944" cy="764312"/>
          </a:xfrm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>
            <a:lvl1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Font typeface="Arial" panose="020B0604020202020204" pitchFamily="34" charset="0"/>
              <a:buChar char="​"/>
              <a:defRPr sz="3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1600">
                <a:solidFill>
                  <a:schemeClr val="bg1"/>
                </a:solidFill>
              </a:defRPr>
            </a:lvl2pPr>
            <a:lvl3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3pPr>
            <a:lvl4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4pPr>
            <a:lvl5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5pPr>
            <a:lvl6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6pPr>
            <a:lvl7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7pPr>
            <a:lvl8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8pPr>
            <a:lvl9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2000"/>
            </a:lvl9pPr>
          </a:lstStyle>
          <a:p>
            <a:pPr lvl="0"/>
            <a:r>
              <a:rPr lang="en-US"/>
              <a:t>Click to add section title</a:t>
            </a:r>
          </a:p>
          <a:p>
            <a:pPr lvl="1"/>
            <a:r>
              <a:rPr lang="en-US"/>
              <a:t>Click to add section subtitle</a:t>
            </a:r>
          </a:p>
        </p:txBody>
      </p:sp>
      <p:sp>
        <p:nvSpPr>
          <p:cNvPr id="3" name="SectionNumber"/>
          <p:cNvSpPr>
            <a:spLocks noGrp="1"/>
          </p:cNvSpPr>
          <p:nvPr>
            <p:ph type="body" sz="quarter" idx="12" hasCustomPrompt="1"/>
          </p:nvPr>
        </p:nvSpPr>
        <p:spPr>
          <a:xfrm>
            <a:off x="995680" y="2844800"/>
            <a:ext cx="10473944" cy="724408"/>
          </a:xfrm>
        </p:spPr>
        <p:txBody>
          <a:bodyPr lIns="0" tIns="0" rIns="0" bIns="0" anchor="ctr"/>
          <a:lstStyle>
            <a:lvl1pPr marL="0" indent="0" algn="l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​"/>
              <a:defRPr sz="5400" b="1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2pPr>
            <a:lvl3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3pPr>
            <a:lvl4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4pPr>
            <a:lvl5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5pPr>
            <a:lvl6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6pPr>
            <a:lvl7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7pPr>
            <a:lvl8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8pPr>
            <a:lvl9pPr marL="0" indent="0" algn="l" fontAlgn="base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​"/>
              <a:defRPr sz="2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9pPr>
          </a:lstStyle>
          <a:p>
            <a:pPr lvl="0"/>
            <a:r>
              <a:rPr lang="en-US"/>
              <a:t>##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F68B5CD-29EE-BFE9-2E7E-5172799AE29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4590288"/>
            <a:ext cx="2582868" cy="227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6706164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Left"/>
          <p:cNvSpPr>
            <a:spLocks noGrp="1"/>
          </p:cNvSpPr>
          <p:nvPr>
            <p:ph idx="11"/>
          </p:nvPr>
        </p:nvSpPr>
        <p:spPr>
          <a:xfrm>
            <a:off x="457200" y="1399032"/>
            <a:ext cx="5410200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Right"/>
          <p:cNvSpPr>
            <a:spLocks noGrp="1"/>
          </p:cNvSpPr>
          <p:nvPr>
            <p:ph idx="12"/>
          </p:nvPr>
        </p:nvSpPr>
        <p:spPr>
          <a:xfrm>
            <a:off x="6324600" y="1399032"/>
            <a:ext cx="5410199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863149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  <p15:guide id="2" pos="3696">
          <p15:clr>
            <a:srgbClr val="FBAE40"/>
          </p15:clr>
        </p15:guide>
        <p15:guide id="5" pos="398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5" name="Heading Right"/>
          <p:cNvSpPr>
            <a:spLocks noGrp="1"/>
          </p:cNvSpPr>
          <p:nvPr>
            <p:ph type="body" sz="quarter" idx="13" hasCustomPrompt="1"/>
          </p:nvPr>
        </p:nvSpPr>
        <p:spPr>
          <a:xfrm>
            <a:off x="6324600" y="1399032"/>
            <a:ext cx="5410199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</p:spTree>
    <p:extLst>
      <p:ext uri="{BB962C8B-B14F-4D97-AF65-F5344CB8AC3E}">
        <p14:creationId xmlns:p14="http://schemas.microsoft.com/office/powerpoint/2010/main" val="33018861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3696">
          <p15:clr>
            <a:srgbClr val="FBAE40"/>
          </p15:clr>
        </p15:guide>
        <p15:guide id="7" pos="3984">
          <p15:clr>
            <a:srgbClr val="FBAE40"/>
          </p15:clr>
        </p15:guide>
        <p15:guide id="9" orient="horz" pos="118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2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200" y="1883664"/>
            <a:ext cx="54102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Heading Right"/>
          <p:cNvSpPr>
            <a:spLocks noGrp="1"/>
          </p:cNvSpPr>
          <p:nvPr>
            <p:ph type="body" sz="quarter" idx="13" hasCustomPrompt="1"/>
          </p:nvPr>
        </p:nvSpPr>
        <p:spPr>
          <a:xfrm>
            <a:off x="6324600" y="139903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6" name="Content Right"/>
          <p:cNvSpPr>
            <a:spLocks noGrp="1"/>
          </p:cNvSpPr>
          <p:nvPr>
            <p:ph sz="quarter" idx="12"/>
          </p:nvPr>
        </p:nvSpPr>
        <p:spPr>
          <a:xfrm>
            <a:off x="6324600" y="1883664"/>
            <a:ext cx="54102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99067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3696">
          <p15:clr>
            <a:srgbClr val="FBAE40"/>
          </p15:clr>
        </p15:guide>
        <p15:guide id="7" pos="3984">
          <p15:clr>
            <a:srgbClr val="FBAE40"/>
          </p15:clr>
        </p15:guide>
        <p15:guide id="9" orient="horz" pos="1184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itle and 2 Content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eading Top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11277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4" name="Content Top"/>
          <p:cNvSpPr>
            <a:spLocks noGrp="1"/>
          </p:cNvSpPr>
          <p:nvPr>
            <p:ph idx="11"/>
          </p:nvPr>
        </p:nvSpPr>
        <p:spPr>
          <a:xfrm>
            <a:off x="457200" y="1883664"/>
            <a:ext cx="112776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Heading Bottom"/>
          <p:cNvSpPr>
            <a:spLocks noGrp="1"/>
          </p:cNvSpPr>
          <p:nvPr>
            <p:ph type="body" idx="13" hasCustomPrompt="1"/>
          </p:nvPr>
        </p:nvSpPr>
        <p:spPr>
          <a:xfrm>
            <a:off x="457200" y="4005072"/>
            <a:ext cx="11277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/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6" name="Content Bottom"/>
          <p:cNvSpPr>
            <a:spLocks noGrp="1"/>
          </p:cNvSpPr>
          <p:nvPr>
            <p:ph idx="12"/>
          </p:nvPr>
        </p:nvSpPr>
        <p:spPr>
          <a:xfrm>
            <a:off x="457200" y="4489704"/>
            <a:ext cx="112776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779542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523">
          <p15:clr>
            <a:srgbClr val="FBAE40"/>
          </p15:clr>
        </p15:guide>
        <p15:guide id="5" orient="horz" pos="880">
          <p15:clr>
            <a:srgbClr val="FBAE40"/>
          </p15:clr>
        </p15:guide>
        <p15:guide id="6" orient="horz" pos="2832">
          <p15:clr>
            <a:srgbClr val="FBAE40"/>
          </p15:clr>
        </p15:guide>
        <p15:guide id="8" orient="horz" pos="118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1/3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200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Heading Right"/>
          <p:cNvSpPr>
            <a:spLocks noGrp="1"/>
          </p:cNvSpPr>
          <p:nvPr>
            <p:ph type="body" sz="quarter" idx="13" hasCustomPrompt="1"/>
          </p:nvPr>
        </p:nvSpPr>
        <p:spPr>
          <a:xfrm>
            <a:off x="4368799" y="1399032"/>
            <a:ext cx="73660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6" name="Content Right"/>
          <p:cNvSpPr>
            <a:spLocks noGrp="1"/>
          </p:cNvSpPr>
          <p:nvPr>
            <p:ph sz="quarter" idx="12"/>
          </p:nvPr>
        </p:nvSpPr>
        <p:spPr>
          <a:xfrm>
            <a:off x="4368799" y="1883664"/>
            <a:ext cx="73660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204867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2464">
          <p15:clr>
            <a:srgbClr val="FBAE40"/>
          </p15:clr>
        </p15:guide>
        <p15:guide id="7" pos="2752">
          <p15:clr>
            <a:srgbClr val="FBAE40"/>
          </p15:clr>
        </p15:guide>
        <p15:guide id="9" orient="horz" pos="118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s 2/3 spli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199" y="1399032"/>
            <a:ext cx="73660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199" y="1883664"/>
            <a:ext cx="73660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Heading Right"/>
          <p:cNvSpPr>
            <a:spLocks noGrp="1"/>
          </p:cNvSpPr>
          <p:nvPr>
            <p:ph type="body" sz="quarter" idx="13" hasCustomPrompt="1"/>
          </p:nvPr>
        </p:nvSpPr>
        <p:spPr>
          <a:xfrm>
            <a:off x="82804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6" name="Content Right"/>
          <p:cNvSpPr>
            <a:spLocks noGrp="1"/>
          </p:cNvSpPr>
          <p:nvPr>
            <p:ph sz="quarter" idx="12"/>
          </p:nvPr>
        </p:nvSpPr>
        <p:spPr>
          <a:xfrm>
            <a:off x="8280400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6569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4928">
          <p15:clr>
            <a:srgbClr val="FBAE40"/>
          </p15:clr>
        </p15:guide>
        <p15:guide id="7" pos="5216">
          <p15:clr>
            <a:srgbClr val="FBAE40"/>
          </p15:clr>
        </p15:guide>
        <p15:guide id="9" orient="horz" pos="118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200" y="1399032"/>
            <a:ext cx="3454400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Middle"/>
          <p:cNvSpPr>
            <a:spLocks noGrp="1"/>
          </p:cNvSpPr>
          <p:nvPr>
            <p:ph sz="quarter" idx="12"/>
          </p:nvPr>
        </p:nvSpPr>
        <p:spPr>
          <a:xfrm>
            <a:off x="4368799" y="1399032"/>
            <a:ext cx="3454400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Content Right"/>
          <p:cNvSpPr>
            <a:spLocks noGrp="1"/>
          </p:cNvSpPr>
          <p:nvPr>
            <p:ph sz="quarter" idx="14"/>
          </p:nvPr>
        </p:nvSpPr>
        <p:spPr>
          <a:xfrm>
            <a:off x="8280400" y="1399032"/>
            <a:ext cx="3454400" cy="5001768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95309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0">
          <p15:clr>
            <a:srgbClr val="FBAE40"/>
          </p15:clr>
        </p15:guide>
        <p15:guide id="2" pos="5216">
          <p15:clr>
            <a:srgbClr val="FBAE40"/>
          </p15:clr>
        </p15:guide>
        <p15:guide id="4" pos="2752">
          <p15:clr>
            <a:srgbClr val="FBAE40"/>
          </p15:clr>
        </p15:guide>
        <p15:guide id="5" pos="4928">
          <p15:clr>
            <a:srgbClr val="FBAE40"/>
          </p15:clr>
        </p15:guide>
        <p15:guide id="6" pos="2464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heading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5" name="Heading Middle"/>
          <p:cNvSpPr>
            <a:spLocks noGrp="1"/>
          </p:cNvSpPr>
          <p:nvPr>
            <p:ph type="body" sz="quarter" idx="13" hasCustomPrompt="1"/>
          </p:nvPr>
        </p:nvSpPr>
        <p:spPr>
          <a:xfrm>
            <a:off x="4368800" y="1399032"/>
            <a:ext cx="3454399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7" name="Heading Right"/>
          <p:cNvSpPr>
            <a:spLocks noGrp="1"/>
          </p:cNvSpPr>
          <p:nvPr>
            <p:ph type="body" sz="quarter" idx="15" hasCustomPrompt="1"/>
          </p:nvPr>
        </p:nvSpPr>
        <p:spPr>
          <a:xfrm>
            <a:off x="82804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</p:spTree>
    <p:extLst>
      <p:ext uri="{BB962C8B-B14F-4D97-AF65-F5344CB8AC3E}">
        <p14:creationId xmlns:p14="http://schemas.microsoft.com/office/powerpoint/2010/main" val="23079579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880">
          <p15:clr>
            <a:srgbClr val="FBAE40"/>
          </p15:clr>
        </p15:guide>
        <p15:guide id="8" pos="5216">
          <p15:clr>
            <a:srgbClr val="FBAE40"/>
          </p15:clr>
        </p15:guide>
        <p15:guide id="10" pos="2752">
          <p15:clr>
            <a:srgbClr val="FBAE40"/>
          </p15:clr>
        </p15:guide>
        <p15:guide id="11" pos="4928">
          <p15:clr>
            <a:srgbClr val="FBAE40"/>
          </p15:clr>
        </p15:guide>
        <p15:guide id="12" pos="2464">
          <p15:clr>
            <a:srgbClr val="FBAE40"/>
          </p15:clr>
        </p15:guide>
        <p15:guide id="14" orient="horz" pos="1184">
          <p15:clr>
            <a:srgbClr val="FBAE4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eading Left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4" name="Content Left"/>
          <p:cNvSpPr>
            <a:spLocks noGrp="1"/>
          </p:cNvSpPr>
          <p:nvPr>
            <p:ph sz="half" idx="11"/>
          </p:nvPr>
        </p:nvSpPr>
        <p:spPr>
          <a:xfrm>
            <a:off x="457200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Heading Middle"/>
          <p:cNvSpPr>
            <a:spLocks noGrp="1"/>
          </p:cNvSpPr>
          <p:nvPr>
            <p:ph type="body" sz="quarter" idx="13" hasCustomPrompt="1"/>
          </p:nvPr>
        </p:nvSpPr>
        <p:spPr>
          <a:xfrm>
            <a:off x="4368799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6" name="Content Middle"/>
          <p:cNvSpPr>
            <a:spLocks noGrp="1"/>
          </p:cNvSpPr>
          <p:nvPr>
            <p:ph sz="quarter" idx="12"/>
          </p:nvPr>
        </p:nvSpPr>
        <p:spPr>
          <a:xfrm>
            <a:off x="4368799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Heading Right"/>
          <p:cNvSpPr>
            <a:spLocks noGrp="1"/>
          </p:cNvSpPr>
          <p:nvPr>
            <p:ph type="body" sz="quarter" idx="15" hasCustomPrompt="1"/>
          </p:nvPr>
        </p:nvSpPr>
        <p:spPr>
          <a:xfrm>
            <a:off x="82804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8" name="Content Right"/>
          <p:cNvSpPr>
            <a:spLocks noGrp="1"/>
          </p:cNvSpPr>
          <p:nvPr>
            <p:ph sz="quarter" idx="14"/>
          </p:nvPr>
        </p:nvSpPr>
        <p:spPr>
          <a:xfrm>
            <a:off x="8280400" y="1883664"/>
            <a:ext cx="34544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188470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880">
          <p15:clr>
            <a:srgbClr val="FBAE40"/>
          </p15:clr>
        </p15:guide>
        <p15:guide id="8" pos="2464">
          <p15:clr>
            <a:srgbClr val="FBAE40"/>
          </p15:clr>
        </p15:guide>
        <p15:guide id="9" pos="2752">
          <p15:clr>
            <a:srgbClr val="FBAE40"/>
          </p15:clr>
        </p15:guide>
        <p15:guide id="10" pos="4928">
          <p15:clr>
            <a:srgbClr val="FBAE40"/>
          </p15:clr>
        </p15:guide>
        <p15:guide id="11" pos="5216">
          <p15:clr>
            <a:srgbClr val="FBAE40"/>
          </p15:clr>
        </p15:guide>
        <p15:guide id="13" orient="horz" pos="1184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eading Left Top"/>
          <p:cNvSpPr>
            <a:spLocks noGrp="1"/>
          </p:cNvSpPr>
          <p:nvPr>
            <p:ph type="body" idx="10" hasCustomPrompt="1"/>
          </p:nvPr>
        </p:nvSpPr>
        <p:spPr>
          <a:xfrm>
            <a:off x="457199" y="1399032"/>
            <a:ext cx="24765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4" name="Content Left Top"/>
          <p:cNvSpPr>
            <a:spLocks noGrp="1"/>
          </p:cNvSpPr>
          <p:nvPr>
            <p:ph sz="quarter" idx="11"/>
          </p:nvPr>
        </p:nvSpPr>
        <p:spPr>
          <a:xfrm>
            <a:off x="457199" y="1883664"/>
            <a:ext cx="24765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Heading Middle Left"/>
          <p:cNvSpPr>
            <a:spLocks noGrp="1"/>
          </p:cNvSpPr>
          <p:nvPr>
            <p:ph type="body" idx="13" hasCustomPrompt="1"/>
          </p:nvPr>
        </p:nvSpPr>
        <p:spPr>
          <a:xfrm>
            <a:off x="3390900" y="1399032"/>
            <a:ext cx="24765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6" name="Content Middle Left"/>
          <p:cNvSpPr>
            <a:spLocks noGrp="1"/>
          </p:cNvSpPr>
          <p:nvPr>
            <p:ph sz="quarter" idx="12"/>
          </p:nvPr>
        </p:nvSpPr>
        <p:spPr>
          <a:xfrm>
            <a:off x="3390900" y="1883664"/>
            <a:ext cx="24765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Heading Middle Right"/>
          <p:cNvSpPr>
            <a:spLocks noGrp="1"/>
          </p:cNvSpPr>
          <p:nvPr>
            <p:ph type="body" idx="15" hasCustomPrompt="1"/>
          </p:nvPr>
        </p:nvSpPr>
        <p:spPr>
          <a:xfrm>
            <a:off x="6324600" y="1399032"/>
            <a:ext cx="24765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8" name="Content Middle Right"/>
          <p:cNvSpPr>
            <a:spLocks noGrp="1"/>
          </p:cNvSpPr>
          <p:nvPr>
            <p:ph sz="quarter" idx="14"/>
          </p:nvPr>
        </p:nvSpPr>
        <p:spPr>
          <a:xfrm>
            <a:off x="6324600" y="1883664"/>
            <a:ext cx="24765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Heading Right"/>
          <p:cNvSpPr>
            <a:spLocks noGrp="1"/>
          </p:cNvSpPr>
          <p:nvPr>
            <p:ph type="body" idx="17" hasCustomPrompt="1"/>
          </p:nvPr>
        </p:nvSpPr>
        <p:spPr>
          <a:xfrm>
            <a:off x="9258300" y="1399032"/>
            <a:ext cx="24765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10" name="Content Right"/>
          <p:cNvSpPr>
            <a:spLocks noGrp="1"/>
          </p:cNvSpPr>
          <p:nvPr>
            <p:ph sz="quarter" idx="16"/>
          </p:nvPr>
        </p:nvSpPr>
        <p:spPr>
          <a:xfrm>
            <a:off x="9258300" y="1883664"/>
            <a:ext cx="24765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109079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10" pos="2136">
          <p15:clr>
            <a:srgbClr val="FBAE40"/>
          </p15:clr>
        </p15:guide>
        <p15:guide id="11" pos="3696">
          <p15:clr>
            <a:srgbClr val="FBAE40"/>
          </p15:clr>
        </p15:guide>
        <p15:guide id="12" pos="1848">
          <p15:clr>
            <a:srgbClr val="FBAE40"/>
          </p15:clr>
        </p15:guide>
        <p15:guide id="13" pos="3984">
          <p15:clr>
            <a:srgbClr val="FBAE40"/>
          </p15:clr>
        </p15:guide>
        <p15:guide id="14" pos="5544">
          <p15:clr>
            <a:srgbClr val="FBAE40"/>
          </p15:clr>
        </p15:guide>
        <p15:guide id="15" pos="5832">
          <p15:clr>
            <a:srgbClr val="FBAE40"/>
          </p15:clr>
        </p15:guide>
        <p15:guide id="17" orient="horz" pos="1184">
          <p15:clr>
            <a:srgbClr val="FBAE4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 column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eading Left Top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18923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4" name="Content Left Top"/>
          <p:cNvSpPr>
            <a:spLocks noGrp="1"/>
          </p:cNvSpPr>
          <p:nvPr>
            <p:ph sz="quarter" idx="11"/>
          </p:nvPr>
        </p:nvSpPr>
        <p:spPr>
          <a:xfrm>
            <a:off x="457200" y="1883664"/>
            <a:ext cx="18923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Heading Middle Left"/>
          <p:cNvSpPr>
            <a:spLocks noGrp="1"/>
          </p:cNvSpPr>
          <p:nvPr>
            <p:ph type="body" idx="13" hasCustomPrompt="1"/>
          </p:nvPr>
        </p:nvSpPr>
        <p:spPr>
          <a:xfrm>
            <a:off x="2806700" y="1399032"/>
            <a:ext cx="18923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6" name="Content Middle Left"/>
          <p:cNvSpPr>
            <a:spLocks noGrp="1"/>
          </p:cNvSpPr>
          <p:nvPr>
            <p:ph sz="quarter" idx="12"/>
          </p:nvPr>
        </p:nvSpPr>
        <p:spPr>
          <a:xfrm>
            <a:off x="2806700" y="1883664"/>
            <a:ext cx="18923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Heading Middle"/>
          <p:cNvSpPr>
            <a:spLocks noGrp="1"/>
          </p:cNvSpPr>
          <p:nvPr>
            <p:ph type="body" idx="15" hasCustomPrompt="1"/>
          </p:nvPr>
        </p:nvSpPr>
        <p:spPr>
          <a:xfrm>
            <a:off x="5156200" y="1399032"/>
            <a:ext cx="18796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8" name="Content Middle"/>
          <p:cNvSpPr>
            <a:spLocks noGrp="1"/>
          </p:cNvSpPr>
          <p:nvPr>
            <p:ph sz="quarter" idx="14"/>
          </p:nvPr>
        </p:nvSpPr>
        <p:spPr>
          <a:xfrm>
            <a:off x="5156200" y="1883664"/>
            <a:ext cx="18796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Heading Middle Right"/>
          <p:cNvSpPr>
            <a:spLocks noGrp="1"/>
          </p:cNvSpPr>
          <p:nvPr>
            <p:ph type="body" idx="17" hasCustomPrompt="1"/>
          </p:nvPr>
        </p:nvSpPr>
        <p:spPr>
          <a:xfrm>
            <a:off x="7493000" y="1399032"/>
            <a:ext cx="18923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10" name="Content Middle Right"/>
          <p:cNvSpPr>
            <a:spLocks noGrp="1"/>
          </p:cNvSpPr>
          <p:nvPr>
            <p:ph sz="quarter" idx="16"/>
          </p:nvPr>
        </p:nvSpPr>
        <p:spPr>
          <a:xfrm>
            <a:off x="7493000" y="1883664"/>
            <a:ext cx="18923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0" name="Heading Right">
            <a:extLst>
              <a:ext uri="{FF2B5EF4-FFF2-40B4-BE49-F238E27FC236}">
                <a16:creationId xmlns:a16="http://schemas.microsoft.com/office/drawing/2014/main" id="{28D70AB5-46A8-4A97-AAB4-47C1BD4B837B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9842500" y="1399032"/>
            <a:ext cx="18923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21" name="Content Right">
            <a:extLst>
              <a:ext uri="{FF2B5EF4-FFF2-40B4-BE49-F238E27FC236}">
                <a16:creationId xmlns:a16="http://schemas.microsoft.com/office/drawing/2014/main" id="{8E85D35B-391E-43DD-85C1-F96075528789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9842500" y="1883664"/>
            <a:ext cx="1892300" cy="451713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750956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880">
          <p15:clr>
            <a:srgbClr val="FBAE40"/>
          </p15:clr>
        </p15:guide>
        <p15:guide id="6" pos="1480">
          <p15:clr>
            <a:srgbClr val="FBAE40"/>
          </p15:clr>
        </p15:guide>
        <p15:guide id="7" pos="1768">
          <p15:clr>
            <a:srgbClr val="FBAE40"/>
          </p15:clr>
        </p15:guide>
        <p15:guide id="8" pos="2960">
          <p15:clr>
            <a:srgbClr val="FBAE40"/>
          </p15:clr>
        </p15:guide>
        <p15:guide id="9" pos="3248">
          <p15:clr>
            <a:srgbClr val="FBAE40"/>
          </p15:clr>
        </p15:guide>
        <p15:guide id="10" pos="4432">
          <p15:clr>
            <a:srgbClr val="FBAE40"/>
          </p15:clr>
        </p15:guide>
        <p15:guide id="11" pos="4720">
          <p15:clr>
            <a:srgbClr val="FBAE40"/>
          </p15:clr>
        </p15:guide>
        <p15:guide id="12" pos="5912">
          <p15:clr>
            <a:srgbClr val="FBAE40"/>
          </p15:clr>
        </p15:guide>
        <p15:guide id="13" pos="6200">
          <p15:clr>
            <a:srgbClr val="FBAE40"/>
          </p15:clr>
        </p15:guide>
        <p15:guide id="15" orient="horz" pos="1184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textboxe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eading Left Top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4" name="Content Left Top"/>
          <p:cNvSpPr>
            <a:spLocks noGrp="1"/>
          </p:cNvSpPr>
          <p:nvPr>
            <p:ph sz="quarter" idx="11"/>
          </p:nvPr>
        </p:nvSpPr>
        <p:spPr>
          <a:xfrm>
            <a:off x="457200" y="1883664"/>
            <a:ext cx="54102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Heading Right Top"/>
          <p:cNvSpPr>
            <a:spLocks noGrp="1"/>
          </p:cNvSpPr>
          <p:nvPr>
            <p:ph type="body" idx="13" hasCustomPrompt="1"/>
          </p:nvPr>
        </p:nvSpPr>
        <p:spPr>
          <a:xfrm>
            <a:off x="6324600" y="1399032"/>
            <a:ext cx="5410199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6" name="Content Right Top"/>
          <p:cNvSpPr>
            <a:spLocks noGrp="1"/>
          </p:cNvSpPr>
          <p:nvPr>
            <p:ph sz="quarter" idx="12"/>
          </p:nvPr>
        </p:nvSpPr>
        <p:spPr>
          <a:xfrm>
            <a:off x="6324600" y="1883664"/>
            <a:ext cx="5410199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Heading Left Bottom"/>
          <p:cNvSpPr>
            <a:spLocks noGrp="1"/>
          </p:cNvSpPr>
          <p:nvPr>
            <p:ph type="body" idx="15" hasCustomPrompt="1"/>
          </p:nvPr>
        </p:nvSpPr>
        <p:spPr>
          <a:xfrm>
            <a:off x="457200" y="4005072"/>
            <a:ext cx="54102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8" name="Content Left Bottom"/>
          <p:cNvSpPr>
            <a:spLocks noGrp="1"/>
          </p:cNvSpPr>
          <p:nvPr>
            <p:ph sz="quarter" idx="14"/>
          </p:nvPr>
        </p:nvSpPr>
        <p:spPr>
          <a:xfrm>
            <a:off x="457200" y="4489704"/>
            <a:ext cx="54102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Heading Right Bottom"/>
          <p:cNvSpPr>
            <a:spLocks noGrp="1"/>
          </p:cNvSpPr>
          <p:nvPr>
            <p:ph type="body" idx="17" hasCustomPrompt="1"/>
          </p:nvPr>
        </p:nvSpPr>
        <p:spPr>
          <a:xfrm>
            <a:off x="6324600" y="4005072"/>
            <a:ext cx="5410199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10" name="Content Right Bottom"/>
          <p:cNvSpPr>
            <a:spLocks noGrp="1"/>
          </p:cNvSpPr>
          <p:nvPr>
            <p:ph sz="quarter" idx="16"/>
          </p:nvPr>
        </p:nvSpPr>
        <p:spPr>
          <a:xfrm>
            <a:off x="6324600" y="4489704"/>
            <a:ext cx="5410199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32348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7" orient="horz" pos="880">
          <p15:clr>
            <a:srgbClr val="FBAE40"/>
          </p15:clr>
        </p15:guide>
        <p15:guide id="10" pos="3984">
          <p15:clr>
            <a:srgbClr val="FBAE40"/>
          </p15:clr>
        </p15:guide>
        <p15:guide id="14" pos="3696">
          <p15:clr>
            <a:srgbClr val="FBAE40"/>
          </p15:clr>
        </p15:guide>
        <p15:guide id="15" orient="horz" pos="1184">
          <p15:clr>
            <a:srgbClr val="FBAE40"/>
          </p15:clr>
        </p15:guide>
        <p15:guide id="17" orient="horz" pos="2832">
          <p15:clr>
            <a:srgbClr val="FBAE40"/>
          </p15:clr>
        </p15:guide>
        <p15:guide id="18" orient="horz" pos="2520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 textboxes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Heading Left Top"/>
          <p:cNvSpPr>
            <a:spLocks noGrp="1"/>
          </p:cNvSpPr>
          <p:nvPr>
            <p:ph type="body" idx="10" hasCustomPrompt="1"/>
          </p:nvPr>
        </p:nvSpPr>
        <p:spPr>
          <a:xfrm>
            <a:off x="4572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4" name="Content Left Top"/>
          <p:cNvSpPr>
            <a:spLocks noGrp="1"/>
          </p:cNvSpPr>
          <p:nvPr>
            <p:ph sz="quarter" idx="11"/>
          </p:nvPr>
        </p:nvSpPr>
        <p:spPr>
          <a:xfrm>
            <a:off x="457200" y="188366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Heading Middle Top"/>
          <p:cNvSpPr>
            <a:spLocks noGrp="1"/>
          </p:cNvSpPr>
          <p:nvPr>
            <p:ph type="body" idx="13" hasCustomPrompt="1"/>
          </p:nvPr>
        </p:nvSpPr>
        <p:spPr>
          <a:xfrm>
            <a:off x="4368799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6" name="Content Middle Top"/>
          <p:cNvSpPr>
            <a:spLocks noGrp="1"/>
          </p:cNvSpPr>
          <p:nvPr>
            <p:ph sz="quarter" idx="12"/>
          </p:nvPr>
        </p:nvSpPr>
        <p:spPr>
          <a:xfrm>
            <a:off x="4368799" y="188366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Heading Right Top"/>
          <p:cNvSpPr>
            <a:spLocks noGrp="1"/>
          </p:cNvSpPr>
          <p:nvPr>
            <p:ph type="body" idx="15" hasCustomPrompt="1"/>
          </p:nvPr>
        </p:nvSpPr>
        <p:spPr>
          <a:xfrm>
            <a:off x="8280400" y="139903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8" name="Content Right Top"/>
          <p:cNvSpPr>
            <a:spLocks noGrp="1"/>
          </p:cNvSpPr>
          <p:nvPr>
            <p:ph sz="quarter" idx="14"/>
          </p:nvPr>
        </p:nvSpPr>
        <p:spPr>
          <a:xfrm>
            <a:off x="8280400" y="188366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Heading Left Bottom"/>
          <p:cNvSpPr>
            <a:spLocks noGrp="1"/>
          </p:cNvSpPr>
          <p:nvPr>
            <p:ph type="body" idx="17" hasCustomPrompt="1"/>
          </p:nvPr>
        </p:nvSpPr>
        <p:spPr>
          <a:xfrm>
            <a:off x="457200" y="400507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10" name="Content Left Bottom"/>
          <p:cNvSpPr>
            <a:spLocks noGrp="1"/>
          </p:cNvSpPr>
          <p:nvPr>
            <p:ph sz="quarter" idx="16"/>
          </p:nvPr>
        </p:nvSpPr>
        <p:spPr>
          <a:xfrm>
            <a:off x="457200" y="448970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Heading Middle Bottom"/>
          <p:cNvSpPr>
            <a:spLocks noGrp="1"/>
          </p:cNvSpPr>
          <p:nvPr>
            <p:ph type="body" idx="19" hasCustomPrompt="1"/>
          </p:nvPr>
        </p:nvSpPr>
        <p:spPr>
          <a:xfrm>
            <a:off x="4368799" y="400507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12" name="Content Middle Bottom"/>
          <p:cNvSpPr>
            <a:spLocks noGrp="1"/>
          </p:cNvSpPr>
          <p:nvPr>
            <p:ph sz="quarter" idx="18"/>
          </p:nvPr>
        </p:nvSpPr>
        <p:spPr>
          <a:xfrm>
            <a:off x="4368799" y="448970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Heading Right Bottom"/>
          <p:cNvSpPr>
            <a:spLocks noGrp="1"/>
          </p:cNvSpPr>
          <p:nvPr>
            <p:ph type="body" idx="21" hasCustomPrompt="1"/>
          </p:nvPr>
        </p:nvSpPr>
        <p:spPr>
          <a:xfrm>
            <a:off x="8280400" y="4005072"/>
            <a:ext cx="3454400" cy="429768"/>
          </a:xfrm>
        </p:spPr>
        <p:txBody>
          <a:bodyPr/>
          <a:lstStyle>
            <a:lvl1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 b="1">
                <a:solidFill>
                  <a:schemeClr val="tx1"/>
                </a:solidFill>
              </a:defRPr>
            </a:lvl1pPr>
            <a:lvl2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2pPr>
            <a:lvl3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3pPr>
            <a:lvl4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4pPr>
            <a:lvl5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5pPr>
            <a:lvl6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6pPr>
            <a:lvl7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7pPr>
            <a:lvl8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8pPr>
            <a:lvl9pPr marL="0" indent="0">
              <a:spcBef>
                <a:spcPts val="0"/>
              </a:spcBef>
              <a:buFont typeface="Arial" panose="020B0604020202020204" pitchFamily="34" charset="0"/>
              <a:buChar char="​"/>
              <a:defRPr sz="14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Heading 14 pt</a:t>
            </a:r>
          </a:p>
          <a:p>
            <a:pPr lvl="1"/>
            <a:r>
              <a:rPr lang="en-US"/>
              <a:t>Subheading 14 pt</a:t>
            </a:r>
          </a:p>
        </p:txBody>
      </p:sp>
      <p:sp>
        <p:nvSpPr>
          <p:cNvPr id="14" name="Content Right Bottom"/>
          <p:cNvSpPr>
            <a:spLocks noGrp="1"/>
          </p:cNvSpPr>
          <p:nvPr>
            <p:ph sz="quarter" idx="20"/>
          </p:nvPr>
        </p:nvSpPr>
        <p:spPr>
          <a:xfrm>
            <a:off x="8280400" y="4489704"/>
            <a:ext cx="3454400" cy="1911096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439710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2" pos="2752">
          <p15:clr>
            <a:srgbClr val="FBAE40"/>
          </p15:clr>
        </p15:guide>
        <p15:guide id="14" pos="5216">
          <p15:clr>
            <a:srgbClr val="FBAE40"/>
          </p15:clr>
        </p15:guide>
        <p15:guide id="18" pos="2464">
          <p15:clr>
            <a:srgbClr val="FBAE40"/>
          </p15:clr>
        </p15:guide>
        <p15:guide id="20" pos="4928">
          <p15:clr>
            <a:srgbClr val="FBAE40"/>
          </p15:clr>
        </p15:guide>
        <p15:guide id="21" orient="horz" pos="2520">
          <p15:clr>
            <a:srgbClr val="FBAE40"/>
          </p15:clr>
        </p15:guide>
        <p15:guide id="24" orient="horz" pos="880">
          <p15:clr>
            <a:srgbClr val="FBAE40"/>
          </p15:clr>
        </p15:guide>
        <p15:guide id="25" orient="horz" pos="1184">
          <p15:clr>
            <a:srgbClr val="FBAE40"/>
          </p15:clr>
        </p15:guide>
        <p15:guide id="27" orient="horz" pos="2832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Contents</a:t>
            </a:r>
          </a:p>
        </p:txBody>
      </p:sp>
    </p:spTree>
    <p:extLst>
      <p:ext uri="{BB962C8B-B14F-4D97-AF65-F5344CB8AC3E}">
        <p14:creationId xmlns:p14="http://schemas.microsoft.com/office/powerpoint/2010/main" val="15894266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8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 Screen Image w/ Body Copy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7F7F630-17F4-6543-8ECD-44C4D953789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553944" y="1022732"/>
            <a:ext cx="7638056" cy="514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CF6F9702-5923-BD4E-8DDB-45964A07B20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969" y="2462149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A21152A-0C25-3643-B766-DB829FB5C75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163" y="3267455"/>
            <a:ext cx="4389437" cy="11334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F7C2D6A-EB6A-934D-8849-AC5310D8552E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6081713" y="1722438"/>
            <a:ext cx="4603750" cy="2616200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</p:spTree>
    <p:extLst>
      <p:ext uri="{BB962C8B-B14F-4D97-AF65-F5344CB8AC3E}">
        <p14:creationId xmlns:p14="http://schemas.microsoft.com/office/powerpoint/2010/main" val="1983884589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Screen Image w/ Body Copy Le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7113D3-5477-9949-AB38-24561C627D7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086549" y="1006090"/>
            <a:ext cx="2675164" cy="4845819"/>
          </a:xfrm>
          <a:prstGeom prst="rect">
            <a:avLst/>
          </a:prstGeom>
          <a:noFill/>
          <a:effectLst>
            <a:reflection stA="23000" endPos="10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FD4329C-A3A7-934A-B6BC-79F3C228E6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969" y="2462149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2F74A6B-2C59-C141-A1E8-39B60CA7C7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163" y="3267455"/>
            <a:ext cx="4389437" cy="11334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6360DB4-B710-F840-97BD-56F986CD02D7}"/>
              </a:ext>
            </a:extLst>
          </p:cNvPr>
          <p:cNvSpPr>
            <a:spLocks noGrp="1"/>
          </p:cNvSpPr>
          <p:nvPr>
            <p:ph type="pic" sz="quarter" idx="30" hasCustomPrompt="1"/>
          </p:nvPr>
        </p:nvSpPr>
        <p:spPr>
          <a:xfrm>
            <a:off x="7421563" y="1616074"/>
            <a:ext cx="2041525" cy="3636409"/>
          </a:xfrm>
          <a:pattFill prst="divot">
            <a:fgClr>
              <a:schemeClr val="accent1"/>
            </a:fgClr>
            <a:bgClr>
              <a:schemeClr val="bg1"/>
            </a:bgClr>
          </a:patt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/>
              <a:t>Insert picture here</a:t>
            </a:r>
          </a:p>
        </p:txBody>
      </p:sp>
    </p:spTree>
    <p:extLst>
      <p:ext uri="{BB962C8B-B14F-4D97-AF65-F5344CB8AC3E}">
        <p14:creationId xmlns:p14="http://schemas.microsoft.com/office/powerpoint/2010/main" val="2308910499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t Screen Image w/ Body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2FD4329C-A3A7-934A-B6BC-79F3C228E61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767969" y="2462149"/>
            <a:ext cx="4402138" cy="1171575"/>
          </a:xfrm>
        </p:spPr>
        <p:txBody>
          <a:bodyPr>
            <a:normAutofit/>
          </a:bodyPr>
          <a:lstStyle>
            <a:lvl1pPr marL="0" indent="0">
              <a:buNone/>
              <a:defRPr sz="4400" b="1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Picture Title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12F74A6B-2C59-C141-A1E8-39B60CA7C7C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92163" y="3267455"/>
            <a:ext cx="4389437" cy="1133475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000"/>
              </a:spcAft>
              <a:buNone/>
              <a:defRPr sz="1400">
                <a:solidFill>
                  <a:schemeClr val="bg2">
                    <a:lumMod val="25000"/>
                  </a:schemeClr>
                </a:solidFill>
              </a:defRPr>
            </a:lvl1pPr>
          </a:lstStyle>
          <a:p>
            <a:pPr lvl="0"/>
            <a:r>
              <a:rPr lang="en-US"/>
              <a:t>Place a small paragraph regarding the picture here. 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4BB097-01F7-9848-A2FD-D747F9E72D5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99227" y="263258"/>
            <a:ext cx="4261373" cy="6285740"/>
          </a:xfrm>
          <a:prstGeom prst="rect">
            <a:avLst/>
          </a:prstGeom>
          <a:noFill/>
          <a:effectLst>
            <a:reflection blurRad="6350" stA="23000" endPos="100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2EB935E5-A45B-9047-BABB-260069AB35AA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772060" y="935026"/>
            <a:ext cx="3705240" cy="4912415"/>
          </a:xfrm>
          <a:custGeom>
            <a:avLst/>
            <a:gdLst>
              <a:gd name="connsiteX0" fmla="*/ 0 w 2820838"/>
              <a:gd name="connsiteY0" fmla="*/ 0 h 3735238"/>
              <a:gd name="connsiteX1" fmla="*/ 2820838 w 2820838"/>
              <a:gd name="connsiteY1" fmla="*/ 0 h 3735238"/>
              <a:gd name="connsiteX2" fmla="*/ 2820838 w 2820838"/>
              <a:gd name="connsiteY2" fmla="*/ 3735238 h 3735238"/>
              <a:gd name="connsiteX3" fmla="*/ 0 w 2820838"/>
              <a:gd name="connsiteY3" fmla="*/ 3735238 h 3735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20838" h="3735238">
                <a:moveTo>
                  <a:pt x="0" y="0"/>
                </a:moveTo>
                <a:lnTo>
                  <a:pt x="2820838" y="0"/>
                </a:lnTo>
                <a:lnTo>
                  <a:pt x="2820838" y="3735238"/>
                </a:lnTo>
                <a:lnTo>
                  <a:pt x="0" y="3735238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>
                <a:alpha val="81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11100726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ne and Compu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 userDrawn="1"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C1D9757-D430-324B-B9A3-CB630C28843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615535" y="-743619"/>
            <a:ext cx="8345237" cy="83452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  <p:sp>
        <p:nvSpPr>
          <p:cNvPr id="6" name="Picture Placeholder 6">
            <a:extLst>
              <a:ext uri="{FF2B5EF4-FFF2-40B4-BE49-F238E27FC236}">
                <a16:creationId xmlns:a16="http://schemas.microsoft.com/office/drawing/2014/main" id="{D9E87076-ED09-C74F-B234-90F536C1BAA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028026" y="762584"/>
            <a:ext cx="7509753" cy="4226492"/>
          </a:xfrm>
          <a:custGeom>
            <a:avLst/>
            <a:gdLst>
              <a:gd name="connsiteX0" fmla="*/ 0 w 4839419"/>
              <a:gd name="connsiteY0" fmla="*/ 0 h 2777706"/>
              <a:gd name="connsiteX1" fmla="*/ 4839419 w 4839419"/>
              <a:gd name="connsiteY1" fmla="*/ 0 h 2777706"/>
              <a:gd name="connsiteX2" fmla="*/ 4839419 w 4839419"/>
              <a:gd name="connsiteY2" fmla="*/ 2777706 h 2777706"/>
              <a:gd name="connsiteX3" fmla="*/ 0 w 4839419"/>
              <a:gd name="connsiteY3" fmla="*/ 2777706 h 27777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39419" h="2777706">
                <a:moveTo>
                  <a:pt x="0" y="0"/>
                </a:moveTo>
                <a:lnTo>
                  <a:pt x="4839419" y="0"/>
                </a:lnTo>
                <a:lnTo>
                  <a:pt x="4839419" y="2777706"/>
                </a:lnTo>
                <a:lnTo>
                  <a:pt x="0" y="2777706"/>
                </a:ln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25400">
              <a:prstClr val="black">
                <a:alpha val="58000"/>
              </a:prstClr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F41D199-27D1-ED41-B44B-16823471D60C}"/>
              </a:ext>
            </a:extLst>
          </p:cNvPr>
          <p:cNvGrpSpPr/>
          <p:nvPr userDrawn="1"/>
        </p:nvGrpSpPr>
        <p:grpSpPr>
          <a:xfrm>
            <a:off x="205701" y="436764"/>
            <a:ext cx="3343315" cy="6026498"/>
            <a:chOff x="7871044" y="199745"/>
            <a:chExt cx="3670329" cy="661595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016A417-8E35-674B-9522-03F52D4261A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36DF42CE-8610-2C40-835F-C026A6482132}"/>
                </a:ext>
              </a:extLst>
            </p:cNvPr>
            <p:cNvPicPr>
              <a:picLocks/>
            </p:cNvPicPr>
            <p:nvPr userDrawn="1"/>
          </p:nvPicPr>
          <p:blipFill>
            <a:blip r:embed="rId4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6FB06323-1077-1343-8951-4F9C8E6FF642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639205" y="575627"/>
            <a:ext cx="2755874" cy="5390145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36171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 animBg="1"/>
    </p:bldLst>
  </p:timing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ultiple Pho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>
            <a:extLst>
              <a:ext uri="{FF2B5EF4-FFF2-40B4-BE49-F238E27FC236}">
                <a16:creationId xmlns:a16="http://schemas.microsoft.com/office/drawing/2014/main" id="{B8895BBD-FB6C-FC49-8CB2-9C2E2057777B}"/>
              </a:ext>
            </a:extLst>
          </p:cNvPr>
          <p:cNvGrpSpPr/>
          <p:nvPr userDrawn="1"/>
        </p:nvGrpSpPr>
        <p:grpSpPr>
          <a:xfrm>
            <a:off x="0" y="663625"/>
            <a:ext cx="3180877" cy="5733695"/>
            <a:chOff x="7871044" y="199745"/>
            <a:chExt cx="3670329" cy="6615958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00E22972-1B56-1F43-8707-BB055B85F15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C70B68D-C821-4941-95B9-7ED1D3555D4D}"/>
                </a:ext>
              </a:extLst>
            </p:cNvPr>
            <p:cNvPicPr>
              <a:picLocks/>
            </p:cNvPicPr>
            <p:nvPr userDrawn="1"/>
          </p:nvPicPr>
          <p:blipFill>
            <a:blip r:embed="rId3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19" name="Picture Placeholder 6">
            <a:extLst>
              <a:ext uri="{FF2B5EF4-FFF2-40B4-BE49-F238E27FC236}">
                <a16:creationId xmlns:a16="http://schemas.microsoft.com/office/drawing/2014/main" id="{C9F519B3-C9BD-6C4E-B9A4-BD54F4B4F594}"/>
              </a:ext>
            </a:extLst>
          </p:cNvPr>
          <p:cNvSpPr>
            <a:spLocks noGrp="1" noChangeAspect="1"/>
          </p:cNvSpPr>
          <p:nvPr>
            <p:ph type="pic" sz="quarter" idx="12"/>
          </p:nvPr>
        </p:nvSpPr>
        <p:spPr>
          <a:xfrm>
            <a:off x="43274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C210E530-B44C-3E41-928F-DF042440DEF7}"/>
              </a:ext>
            </a:extLst>
          </p:cNvPr>
          <p:cNvGrpSpPr/>
          <p:nvPr userDrawn="1"/>
        </p:nvGrpSpPr>
        <p:grpSpPr>
          <a:xfrm>
            <a:off x="2976880" y="663625"/>
            <a:ext cx="3180877" cy="5733695"/>
            <a:chOff x="7871044" y="199745"/>
            <a:chExt cx="3670329" cy="661595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7C8B8BF5-E214-9E4A-BA73-00B52261966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E89A5EFE-5F6C-884E-9B32-661E054CBE17}"/>
                </a:ext>
              </a:extLst>
            </p:cNvPr>
            <p:cNvPicPr>
              <a:picLocks/>
            </p:cNvPicPr>
            <p:nvPr userDrawn="1"/>
          </p:nvPicPr>
          <p:blipFill>
            <a:blip r:embed="rId3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23" name="Picture Placeholder 6">
            <a:extLst>
              <a:ext uri="{FF2B5EF4-FFF2-40B4-BE49-F238E27FC236}">
                <a16:creationId xmlns:a16="http://schemas.microsoft.com/office/drawing/2014/main" id="{87214D4E-0F1A-624A-A09C-211D22FB8100}"/>
              </a:ext>
            </a:extLst>
          </p:cNvPr>
          <p:cNvSpPr>
            <a:spLocks noGrp="1" noChangeAspect="1"/>
          </p:cNvSpPr>
          <p:nvPr>
            <p:ph type="pic" sz="quarter" idx="13"/>
          </p:nvPr>
        </p:nvSpPr>
        <p:spPr>
          <a:xfrm>
            <a:off x="340962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9708C2D-AE97-A94C-A8CD-7DE61A848106}"/>
              </a:ext>
            </a:extLst>
          </p:cNvPr>
          <p:cNvGrpSpPr/>
          <p:nvPr userDrawn="1"/>
        </p:nvGrpSpPr>
        <p:grpSpPr>
          <a:xfrm>
            <a:off x="5974080" y="663625"/>
            <a:ext cx="3180877" cy="5733695"/>
            <a:chOff x="7871044" y="199745"/>
            <a:chExt cx="3670329" cy="6615958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4440BAAD-BF7C-4345-A3B8-5D49B3F5875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E263B2E2-79F5-6C44-B7E1-B442C2A3E9B2}"/>
                </a:ext>
              </a:extLst>
            </p:cNvPr>
            <p:cNvPicPr>
              <a:picLocks/>
            </p:cNvPicPr>
            <p:nvPr userDrawn="1"/>
          </p:nvPicPr>
          <p:blipFill>
            <a:blip r:embed="rId3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2DEF7FB6-832E-5343-A125-9E08021A7118}"/>
              </a:ext>
            </a:extLst>
          </p:cNvPr>
          <p:cNvSpPr>
            <a:spLocks noGrp="1" noChangeAspect="1"/>
          </p:cNvSpPr>
          <p:nvPr>
            <p:ph type="pic" sz="quarter" idx="14"/>
          </p:nvPr>
        </p:nvSpPr>
        <p:spPr>
          <a:xfrm>
            <a:off x="640682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  <p:grpSp>
        <p:nvGrpSpPr>
          <p:cNvPr id="28" name="Group 27">
            <a:extLst>
              <a:ext uri="{FF2B5EF4-FFF2-40B4-BE49-F238E27FC236}">
                <a16:creationId xmlns:a16="http://schemas.microsoft.com/office/drawing/2014/main" id="{53E3F472-D6B5-5A4D-A7F5-8B22745006A6}"/>
              </a:ext>
            </a:extLst>
          </p:cNvPr>
          <p:cNvGrpSpPr/>
          <p:nvPr userDrawn="1"/>
        </p:nvGrpSpPr>
        <p:grpSpPr>
          <a:xfrm>
            <a:off x="8950960" y="663625"/>
            <a:ext cx="3180877" cy="5733695"/>
            <a:chOff x="7871044" y="199745"/>
            <a:chExt cx="3670329" cy="6615958"/>
          </a:xfrm>
        </p:grpSpPr>
        <p:pic>
          <p:nvPicPr>
            <p:cNvPr id="29" name="Picture 28">
              <a:extLst>
                <a:ext uri="{FF2B5EF4-FFF2-40B4-BE49-F238E27FC236}">
                  <a16:creationId xmlns:a16="http://schemas.microsoft.com/office/drawing/2014/main" id="{8DBED865-23BD-1443-AC36-5FC2B90658EA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871044" y="307324"/>
              <a:ext cx="3612785" cy="650837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  <p:pic>
          <p:nvPicPr>
            <p:cNvPr id="30" name="Picture 29">
              <a:extLst>
                <a:ext uri="{FF2B5EF4-FFF2-40B4-BE49-F238E27FC236}">
                  <a16:creationId xmlns:a16="http://schemas.microsoft.com/office/drawing/2014/main" id="{EDB7B73D-89AE-A14A-B3EC-231DFDA1DC4D}"/>
                </a:ext>
              </a:extLst>
            </p:cNvPr>
            <p:cNvPicPr>
              <a:picLocks/>
            </p:cNvPicPr>
            <p:nvPr userDrawn="1"/>
          </p:nvPicPr>
          <p:blipFill>
            <a:blip r:embed="rId3" cstate="email">
              <a:lum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8183321" y="199745"/>
              <a:ext cx="3358052" cy="627900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000000"/>
                  </a:solidFill>
                </a14:hiddenFill>
              </a:ext>
            </a:extLst>
          </p:spPr>
        </p:pic>
      </p:grpSp>
      <p:sp>
        <p:nvSpPr>
          <p:cNvPr id="31" name="Picture Placeholder 6">
            <a:extLst>
              <a:ext uri="{FF2B5EF4-FFF2-40B4-BE49-F238E27FC236}">
                <a16:creationId xmlns:a16="http://schemas.microsoft.com/office/drawing/2014/main" id="{80E299BD-ED3C-4043-8755-E6135E725CB8}"/>
              </a:ext>
            </a:extLst>
          </p:cNvPr>
          <p:cNvSpPr>
            <a:spLocks noGrp="1" noChangeAspect="1"/>
          </p:cNvSpPr>
          <p:nvPr>
            <p:ph type="pic" sz="quarter" idx="15"/>
          </p:nvPr>
        </p:nvSpPr>
        <p:spPr>
          <a:xfrm>
            <a:off x="9383703" y="794980"/>
            <a:ext cx="2560630" cy="5057980"/>
          </a:xfrm>
          <a:custGeom>
            <a:avLst/>
            <a:gdLst>
              <a:gd name="connsiteX0" fmla="*/ 214764 w 2083263"/>
              <a:gd name="connsiteY0" fmla="*/ 0 h 4431445"/>
              <a:gd name="connsiteX1" fmla="*/ 1868499 w 2083263"/>
              <a:gd name="connsiteY1" fmla="*/ 0 h 4431445"/>
              <a:gd name="connsiteX2" fmla="*/ 2083263 w 2083263"/>
              <a:gd name="connsiteY2" fmla="*/ 214764 h 4431445"/>
              <a:gd name="connsiteX3" fmla="*/ 2083263 w 2083263"/>
              <a:gd name="connsiteY3" fmla="*/ 4216681 h 4431445"/>
              <a:gd name="connsiteX4" fmla="*/ 1868499 w 2083263"/>
              <a:gd name="connsiteY4" fmla="*/ 4431445 h 4431445"/>
              <a:gd name="connsiteX5" fmla="*/ 214764 w 2083263"/>
              <a:gd name="connsiteY5" fmla="*/ 4431445 h 4431445"/>
              <a:gd name="connsiteX6" fmla="*/ 0 w 2083263"/>
              <a:gd name="connsiteY6" fmla="*/ 4216681 h 4431445"/>
              <a:gd name="connsiteX7" fmla="*/ 0 w 2083263"/>
              <a:gd name="connsiteY7" fmla="*/ 214764 h 4431445"/>
              <a:gd name="connsiteX8" fmla="*/ 214764 w 2083263"/>
              <a:gd name="connsiteY8" fmla="*/ 0 h 44314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083263" h="4431445">
                <a:moveTo>
                  <a:pt x="214764" y="0"/>
                </a:moveTo>
                <a:lnTo>
                  <a:pt x="1868499" y="0"/>
                </a:lnTo>
                <a:cubicBezTo>
                  <a:pt x="1987110" y="0"/>
                  <a:pt x="2083263" y="96153"/>
                  <a:pt x="2083263" y="214764"/>
                </a:cubicBezTo>
                <a:lnTo>
                  <a:pt x="2083263" y="4216681"/>
                </a:lnTo>
                <a:cubicBezTo>
                  <a:pt x="2083263" y="4335292"/>
                  <a:pt x="1987110" y="4431445"/>
                  <a:pt x="1868499" y="4431445"/>
                </a:cubicBezTo>
                <a:lnTo>
                  <a:pt x="214764" y="4431445"/>
                </a:lnTo>
                <a:cubicBezTo>
                  <a:pt x="96153" y="4431445"/>
                  <a:pt x="0" y="4335292"/>
                  <a:pt x="0" y="4216681"/>
                </a:cubicBezTo>
                <a:lnTo>
                  <a:pt x="0" y="214764"/>
                </a:lnTo>
                <a:cubicBezTo>
                  <a:pt x="0" y="96153"/>
                  <a:pt x="96153" y="0"/>
                  <a:pt x="214764" y="0"/>
                </a:cubicBezTo>
                <a:close/>
              </a:path>
            </a:pathLst>
          </a:custGeom>
          <a:pattFill prst="divot">
            <a:fgClr>
              <a:schemeClr val="accent1"/>
            </a:fgClr>
            <a:bgClr>
              <a:schemeClr val="bg1"/>
            </a:bgClr>
          </a:pattFill>
          <a:effectLst>
            <a:innerShdw blurRad="38100">
              <a:prstClr val="black"/>
            </a:innerShdw>
          </a:effectLst>
        </p:spPr>
        <p:txBody>
          <a:bodyPr wrap="square" anchor="ctr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604191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3" grpId="0" animBg="1"/>
      <p:bldP spid="27" grpId="0" animBg="1"/>
      <p:bldP spid="31" grpId="0" animBg="1"/>
    </p:bldLst>
  </p:timing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D593918-5C3F-AE95-1EA7-670208464E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25619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593918-5C3F-AE95-1EA7-670208464E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EC4CDA2-9F73-FCEA-9B38-DD104E7B77F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2"/>
          </a:solidFill>
          <a:ln w="9525">
            <a:solidFill>
              <a:schemeClr val="tx2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US" sz="1400" kern="0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C03A4DE-635B-0393-3A85-D7447E22D10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lum/>
          </a:blip>
          <a:stretch>
            <a:fillRect/>
          </a:stretch>
        </p:blipFill>
        <p:spPr>
          <a:xfrm>
            <a:off x="3923072" y="3098800"/>
            <a:ext cx="4345856" cy="66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48708799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1_Back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6D593918-5C3F-AE95-1EA7-670208464ED5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1256197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60" imgH="360" progId="TCLayout.ActiveDocument.1">
                  <p:embed/>
                </p:oleObj>
              </mc:Choice>
              <mc:Fallback>
                <p:oleObj name="think-cell Slide" r:id="rId3" imgW="360" imgH="36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6D593918-5C3F-AE95-1EA7-670208464ED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AEC4CDA2-9F73-FCEA-9B38-DD104E7B77F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US" sz="1400" kern="0">
              <a:solidFill>
                <a:schemeClr val="tx1"/>
              </a:solidFill>
            </a:endParaRPr>
          </a:p>
        </p:txBody>
      </p:sp>
      <p:pic>
        <p:nvPicPr>
          <p:cNvPr id="3" name="Picture 2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7C03A4DE-635B-0393-3A85-D7447E22D100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lum/>
          </a:blip>
          <a:stretch>
            <a:fillRect/>
          </a:stretch>
        </p:blipFill>
        <p:spPr>
          <a:xfrm>
            <a:off x="3923072" y="3098800"/>
            <a:ext cx="4345856" cy="660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190934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9940180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 with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983A7216-4372-8B44-BA1B-9B935FC4F18D}"/>
              </a:ext>
            </a:extLst>
          </p:cNvPr>
          <p:cNvSpPr txBox="1"/>
          <p:nvPr userDrawn="1"/>
        </p:nvSpPr>
        <p:spPr>
          <a:xfrm>
            <a:off x="11790245" y="6540021"/>
            <a:ext cx="41604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F9FE9AA4-4958-2F4C-B132-D6D4A6BFEF97}" type="slidenum">
              <a:rPr lang="en-US" sz="900" b="0" i="1" smtClean="0">
                <a:solidFill>
                  <a:schemeClr val="bg2">
                    <a:lumMod val="25000"/>
                  </a:schemeClr>
                </a:solidFill>
                <a:latin typeface="AmericanSans" panose="02000000000000000000" pitchFamily="2" charset="77"/>
              </a:rPr>
              <a:t>‹#›</a:t>
            </a:fld>
            <a:endParaRPr lang="en-US" sz="900" b="0" i="1">
              <a:solidFill>
                <a:schemeClr val="bg2">
                  <a:lumMod val="25000"/>
                </a:schemeClr>
              </a:solidFill>
              <a:latin typeface="AmericanSans" panose="02000000000000000000" pitchFamily="2" charset="77"/>
            </a:endParaRP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B33CF1-3C03-5F41-AA7B-6C8052D1D64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0951" y="2133600"/>
            <a:ext cx="11117649" cy="4191000"/>
          </a:xfrm>
        </p:spPr>
        <p:txBody>
          <a:bodyPr numCol="1">
            <a:noAutofit/>
          </a:bodyPr>
          <a:lstStyle>
            <a:lvl1pPr marL="0" indent="0" fontAlgn="base">
              <a:lnSpc>
                <a:spcPct val="100000"/>
              </a:lnSpc>
              <a:buNone/>
              <a:defRPr sz="1600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2pPr>
            <a:lvl3pPr marL="9144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3pPr>
            <a:lvl4pPr marL="13716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4pPr>
            <a:lvl5pPr marL="1828800" indent="0">
              <a:buNone/>
              <a:defRPr sz="1100">
                <a:solidFill>
                  <a:schemeClr val="bg2">
                    <a:lumMod val="25000"/>
                  </a:schemeClr>
                </a:solidFill>
              </a:defRPr>
            </a:lvl5pPr>
          </a:lstStyle>
          <a:p>
            <a:pPr lvl="0"/>
            <a:r>
              <a:rPr lang="en-US"/>
              <a:t>Place copy here</a:t>
            </a:r>
          </a:p>
          <a:p>
            <a:pPr lvl="0"/>
            <a:endParaRPr lang="en-US"/>
          </a:p>
          <a:p>
            <a:pPr lvl="0"/>
            <a:endParaRPr lang="en-US"/>
          </a:p>
          <a:p>
            <a:pPr lvl="0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8792745-7FC8-5649-A0BD-61F54CC2FA4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955481"/>
            <a:ext cx="1024128" cy="902519"/>
          </a:xfrm>
          <a:prstGeom prst="rect">
            <a:avLst/>
          </a:prstGeom>
        </p:spPr>
      </p:pic>
      <p:sp>
        <p:nvSpPr>
          <p:cNvPr id="6" name="Text Placeholder 2">
            <a:extLst>
              <a:ext uri="{FF2B5EF4-FFF2-40B4-BE49-F238E27FC236}">
                <a16:creationId xmlns:a16="http://schemas.microsoft.com/office/drawing/2014/main" id="{73410A2F-1472-40C8-B18C-85456C82BE0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0951" y="1676400"/>
            <a:ext cx="11117649" cy="407767"/>
          </a:xfrm>
        </p:spPr>
        <p:txBody>
          <a:bodyPr>
            <a:noAutofit/>
          </a:bodyPr>
          <a:lstStyle>
            <a:lvl1pPr marL="0" indent="0">
              <a:buNone/>
              <a:defRPr sz="2000" b="1">
                <a:solidFill>
                  <a:schemeClr val="bg2">
                    <a:lumMod val="25000"/>
                  </a:schemeClr>
                </a:solidFill>
              </a:defRPr>
            </a:lvl1pPr>
            <a:lvl2pPr marL="457200" indent="0">
              <a:buNone/>
              <a:defRPr sz="4400"/>
            </a:lvl2pPr>
            <a:lvl3pPr marL="914400" indent="0">
              <a:buNone/>
              <a:defRPr sz="4400"/>
            </a:lvl3pPr>
            <a:lvl4pPr marL="1371600" indent="0">
              <a:buNone/>
              <a:defRPr sz="4400"/>
            </a:lvl4pPr>
            <a:lvl5pPr marL="1828800" indent="0">
              <a:buNone/>
              <a:defRPr sz="4400"/>
            </a:lvl5pPr>
          </a:lstStyle>
          <a:p>
            <a:pPr lvl="0"/>
            <a:r>
              <a:rPr lang="en-US" b="1"/>
              <a:t>Subhead here</a:t>
            </a:r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D34269-D241-4E20-B213-A335496555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848099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36">
          <p15:clr>
            <a:srgbClr val="F26B43"/>
          </p15:clr>
        </p15:guide>
        <p15:guide id="2" pos="7344">
          <p15:clr>
            <a:srgbClr val="F26B43"/>
          </p15:clr>
        </p15:guide>
        <p15:guide id="3" orient="horz" pos="240">
          <p15:clr>
            <a:srgbClr val="F26B43"/>
          </p15:clr>
        </p15:guide>
        <p15:guide id="4" orient="horz" pos="1056">
          <p15:clr>
            <a:srgbClr val="FBAE40"/>
          </p15:clr>
        </p15:guide>
        <p15:guide id="5" orient="horz" pos="3984">
          <p15:clr>
            <a:srgbClr val="F26B43"/>
          </p15:clr>
        </p15:guide>
        <p15:guide id="6" orient="horz" pos="134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oleObject" Target="../embeddings/oleObject1.bin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ags" Target="../tags/tag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2.xml"/><Relationship Id="rId18" Type="http://schemas.openxmlformats.org/officeDocument/2006/relationships/slideLayout" Target="../slideLayouts/slideLayout47.xml"/><Relationship Id="rId26" Type="http://schemas.openxmlformats.org/officeDocument/2006/relationships/slideLayout" Target="../slideLayouts/slideLayout55.xml"/><Relationship Id="rId3" Type="http://schemas.openxmlformats.org/officeDocument/2006/relationships/slideLayout" Target="../slideLayouts/slideLayout32.xml"/><Relationship Id="rId21" Type="http://schemas.openxmlformats.org/officeDocument/2006/relationships/slideLayout" Target="../slideLayouts/slideLayout50.xml"/><Relationship Id="rId34" Type="http://schemas.openxmlformats.org/officeDocument/2006/relationships/image" Target="../media/image1.emf"/><Relationship Id="rId7" Type="http://schemas.openxmlformats.org/officeDocument/2006/relationships/slideLayout" Target="../slideLayouts/slideLayout36.xml"/><Relationship Id="rId12" Type="http://schemas.openxmlformats.org/officeDocument/2006/relationships/slideLayout" Target="../slideLayouts/slideLayout41.xml"/><Relationship Id="rId17" Type="http://schemas.openxmlformats.org/officeDocument/2006/relationships/slideLayout" Target="../slideLayouts/slideLayout46.xml"/><Relationship Id="rId25" Type="http://schemas.openxmlformats.org/officeDocument/2006/relationships/slideLayout" Target="../slideLayouts/slideLayout54.xml"/><Relationship Id="rId33" Type="http://schemas.openxmlformats.org/officeDocument/2006/relationships/oleObject" Target="../embeddings/oleObject31.bin"/><Relationship Id="rId2" Type="http://schemas.openxmlformats.org/officeDocument/2006/relationships/slideLayout" Target="../slideLayouts/slideLayout31.xml"/><Relationship Id="rId16" Type="http://schemas.openxmlformats.org/officeDocument/2006/relationships/slideLayout" Target="../slideLayouts/slideLayout45.xml"/><Relationship Id="rId20" Type="http://schemas.openxmlformats.org/officeDocument/2006/relationships/slideLayout" Target="../slideLayouts/slideLayout49.xml"/><Relationship Id="rId29" Type="http://schemas.openxmlformats.org/officeDocument/2006/relationships/slideLayout" Target="../slideLayouts/slideLayout58.xml"/><Relationship Id="rId1" Type="http://schemas.openxmlformats.org/officeDocument/2006/relationships/slideLayout" Target="../slideLayouts/slideLayout30.xml"/><Relationship Id="rId6" Type="http://schemas.openxmlformats.org/officeDocument/2006/relationships/slideLayout" Target="../slideLayouts/slideLayout35.xml"/><Relationship Id="rId11" Type="http://schemas.openxmlformats.org/officeDocument/2006/relationships/slideLayout" Target="../slideLayouts/slideLayout40.xml"/><Relationship Id="rId24" Type="http://schemas.openxmlformats.org/officeDocument/2006/relationships/slideLayout" Target="../slideLayouts/slideLayout53.xml"/><Relationship Id="rId32" Type="http://schemas.openxmlformats.org/officeDocument/2006/relationships/tags" Target="../tags/tag32.xml"/><Relationship Id="rId5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44.xml"/><Relationship Id="rId23" Type="http://schemas.openxmlformats.org/officeDocument/2006/relationships/slideLayout" Target="../slideLayouts/slideLayout52.xml"/><Relationship Id="rId28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39.xml"/><Relationship Id="rId19" Type="http://schemas.openxmlformats.org/officeDocument/2006/relationships/slideLayout" Target="../slideLayouts/slideLayout48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33.xml"/><Relationship Id="rId9" Type="http://schemas.openxmlformats.org/officeDocument/2006/relationships/slideLayout" Target="../slideLayouts/slideLayout38.xml"/><Relationship Id="rId14" Type="http://schemas.openxmlformats.org/officeDocument/2006/relationships/slideLayout" Target="../slideLayouts/slideLayout43.xml"/><Relationship Id="rId22" Type="http://schemas.openxmlformats.org/officeDocument/2006/relationships/slideLayout" Target="../slideLayouts/slideLayout51.xml"/><Relationship Id="rId27" Type="http://schemas.openxmlformats.org/officeDocument/2006/relationships/slideLayout" Target="../slideLayouts/slideLayout56.xml"/><Relationship Id="rId30" Type="http://schemas.openxmlformats.org/officeDocument/2006/relationships/slideLayout" Target="../slideLayouts/slideLayout59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22B1201-90A5-9B5B-0A98-38B70F09725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1"/>
            </p:custDataLst>
            <p:extLst>
              <p:ext uri="{D42A27DB-BD31-4B8C-83A1-F6EECF244321}">
                <p14:modId xmlns:p14="http://schemas.microsoft.com/office/powerpoint/2010/main" val="199978326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2" imgW="360" imgH="360" progId="TCLayout.ActiveDocument.1">
                  <p:embed/>
                </p:oleObj>
              </mc:Choice>
              <mc:Fallback>
                <p:oleObj name="think-cell Slide" r:id="rId32" imgW="360" imgH="36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2B1201-90A5-9B5B-0A98-38B70F0972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600" cy="758952"/>
          </a:xfrm>
          <a:prstGeom prst="rect">
            <a:avLst/>
          </a:prstGeom>
        </p:spPr>
        <p:txBody>
          <a:bodyPr vert="horz" lIns="0" tIns="0" rIns="0" bIns="0" rtlCol="0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Text"/>
          <p:cNvSpPr>
            <a:spLocks noGrp="1"/>
          </p:cNvSpPr>
          <p:nvPr>
            <p:ph type="body" idx="1"/>
          </p:nvPr>
        </p:nvSpPr>
        <p:spPr>
          <a:xfrm>
            <a:off x="457200" y="1399032"/>
            <a:ext cx="11277600" cy="5001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" hidden="1"/>
          <p:cNvSpPr>
            <a:spLocks noGrp="1"/>
          </p:cNvSpPr>
          <p:nvPr>
            <p:ph type="dt" sz="half" idx="2"/>
          </p:nvPr>
        </p:nvSpPr>
        <p:spPr>
          <a:xfrm>
            <a:off x="580573" y="6864350"/>
            <a:ext cx="399143" cy="984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300">
                <a:solidFill>
                  <a:schemeClr val="tx1"/>
                </a:solidFill>
              </a:defRPr>
            </a:lvl1pPr>
          </a:lstStyle>
          <a:p>
            <a:fld id="{7ECE2914-4E17-487A-A4E5-C87617449E51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" hidden="1"/>
          <p:cNvSpPr>
            <a:spLocks noGrp="1"/>
          </p:cNvSpPr>
          <p:nvPr>
            <p:ph type="ftr" sz="quarter" idx="3"/>
          </p:nvPr>
        </p:nvSpPr>
        <p:spPr>
          <a:xfrm>
            <a:off x="979714" y="6864350"/>
            <a:ext cx="677333" cy="984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3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" hidden="1"/>
          <p:cNvSpPr>
            <a:spLocks noGrp="1"/>
          </p:cNvSpPr>
          <p:nvPr>
            <p:ph type="sldNum" sz="quarter" idx="4"/>
          </p:nvPr>
        </p:nvSpPr>
        <p:spPr>
          <a:xfrm>
            <a:off x="1657048" y="6864350"/>
            <a:ext cx="193524" cy="984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300">
                <a:solidFill>
                  <a:schemeClr val="tx1"/>
                </a:solidFill>
              </a:defRPr>
            </a:lvl1pPr>
          </a:lstStyle>
          <a:p>
            <a:fld id="{8F63CC74-D785-4C96-8C6E-EB177D1B9A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lideNumber"/>
          <p:cNvSpPr txBox="1"/>
          <p:nvPr userDrawn="1"/>
        </p:nvSpPr>
        <p:spPr>
          <a:xfrm>
            <a:off x="11584118" y="6552456"/>
            <a:ext cx="15068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indent="0" algn="r" defTabSz="9143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3CC74-D785-4C96-8C6E-EB177D1B9A1D}" type="slidenum">
              <a:rPr lang="en-US" sz="1000" smtClean="0">
                <a:solidFill>
                  <a:schemeClr val="tx1"/>
                </a:solidFill>
              </a:rPr>
              <a:pPr marL="0" marR="0" indent="0" algn="r" defTabSz="9143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DD425A-AED7-34E5-F8DB-A8F5DAC088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4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117093"/>
            <a:ext cx="840740" cy="74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84466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96" r:id="rId6"/>
    <p:sldLayoutId id="2147483697" r:id="rId7"/>
    <p:sldLayoutId id="2147483698" r:id="rId8"/>
    <p:sldLayoutId id="2147483699" r:id="rId9"/>
    <p:sldLayoutId id="2147483700" r:id="rId10"/>
    <p:sldLayoutId id="2147483701" r:id="rId11"/>
    <p:sldLayoutId id="2147483702" r:id="rId12"/>
    <p:sldLayoutId id="2147483703" r:id="rId13"/>
    <p:sldLayoutId id="2147483704" r:id="rId14"/>
    <p:sldLayoutId id="2147483705" r:id="rId15"/>
    <p:sldLayoutId id="2147483706" r:id="rId16"/>
    <p:sldLayoutId id="2147483707" r:id="rId17"/>
    <p:sldLayoutId id="2147483708" r:id="rId18"/>
    <p:sldLayoutId id="2147483709" r:id="rId19"/>
    <p:sldLayoutId id="2147483710" r:id="rId20"/>
    <p:sldLayoutId id="2147483711" r:id="rId21"/>
    <p:sldLayoutId id="2147483712" r:id="rId22"/>
    <p:sldLayoutId id="2147483713" r:id="rId23"/>
    <p:sldLayoutId id="2147483714" r:id="rId24"/>
    <p:sldLayoutId id="2147483715" r:id="rId25"/>
    <p:sldLayoutId id="2147483716" r:id="rId26"/>
    <p:sldLayoutId id="2147483717" r:id="rId27"/>
    <p:sldLayoutId id="2147483718" r:id="rId28"/>
    <p:sldLayoutId id="2147483719" r:id="rId29"/>
  </p:sldLayoutIdLst>
  <p:txStyles>
    <p:titleStyle>
      <a:lvl1pPr algn="l" defTabSz="914370" rtl="0" eaLnBrk="1" latinLnBrk="0" hangingPunct="1">
        <a:lnSpc>
          <a:spcPct val="90000"/>
        </a:lnSpc>
        <a:spcBef>
          <a:spcPct val="0"/>
        </a:spcBef>
        <a:buNone/>
        <a:defRPr sz="2600" b="1" kern="0" cap="none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79994" indent="-179994" algn="l" defTabSz="91437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0">
          <a:solidFill>
            <a:schemeClr val="tx1"/>
          </a:solidFill>
          <a:latin typeface="+mn-lt"/>
          <a:ea typeface="+mn-ea"/>
          <a:cs typeface="+mn-cs"/>
        </a:defRPr>
      </a:lvl1pPr>
      <a:lvl2pPr marL="359988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–"/>
        <a:defRPr sz="1400" kern="0">
          <a:solidFill>
            <a:schemeClr val="tx1"/>
          </a:solidFill>
          <a:latin typeface="+mn-lt"/>
          <a:ea typeface="+mn-ea"/>
          <a:cs typeface="+mn-cs"/>
        </a:defRPr>
      </a:lvl2pPr>
      <a:lvl3pPr marL="539982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3pPr>
      <a:lvl4pPr marL="719977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4pPr>
      <a:lvl5pPr marL="899971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5pPr>
      <a:lvl6pPr marL="1079965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6pPr>
      <a:lvl7pPr marL="1259959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7pPr>
      <a:lvl8pPr marL="1439953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8pPr>
      <a:lvl9pPr marL="1619947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marL="0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1pPr>
      <a:lvl2pPr marL="179994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2pPr>
      <a:lvl3pPr marL="359988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3pPr>
      <a:lvl4pPr marL="539982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4pPr>
      <a:lvl5pPr marL="719977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5pPr>
      <a:lvl6pPr marL="899971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6pPr>
      <a:lvl7pPr marL="1079965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7pPr>
      <a:lvl8pPr marL="1259959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8pPr>
      <a:lvl9pPr marL="1439953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6" orient="horz" pos="403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E22B1201-90A5-9B5B-0A98-38B70F09725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32"/>
            </p:custDataLst>
            <p:extLst>
              <p:ext uri="{D42A27DB-BD31-4B8C-83A1-F6EECF244321}">
                <p14:modId xmlns:p14="http://schemas.microsoft.com/office/powerpoint/2010/main" val="287767105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3" imgW="360" imgH="360" progId="TCLayout.ActiveDocument.1">
                  <p:embed/>
                </p:oleObj>
              </mc:Choice>
              <mc:Fallback>
                <p:oleObj name="think-cell Slide" r:id="rId33" imgW="360" imgH="360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22B1201-90A5-9B5B-0A98-38B70F0972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384048"/>
            <a:ext cx="11277600" cy="758952"/>
          </a:xfrm>
          <a:prstGeom prst="rect">
            <a:avLst/>
          </a:prstGeom>
        </p:spPr>
        <p:txBody>
          <a:bodyPr vert="horz" lIns="0" tIns="0" rIns="0" bIns="0" rtlCol="0" anchorCtr="0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BodyText"/>
          <p:cNvSpPr>
            <a:spLocks noGrp="1"/>
          </p:cNvSpPr>
          <p:nvPr>
            <p:ph type="body" idx="1"/>
          </p:nvPr>
        </p:nvSpPr>
        <p:spPr>
          <a:xfrm>
            <a:off x="457200" y="1399032"/>
            <a:ext cx="11277600" cy="5001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" hidden="1"/>
          <p:cNvSpPr>
            <a:spLocks noGrp="1"/>
          </p:cNvSpPr>
          <p:nvPr>
            <p:ph type="dt" sz="half" idx="2"/>
          </p:nvPr>
        </p:nvSpPr>
        <p:spPr>
          <a:xfrm>
            <a:off x="580573" y="6864350"/>
            <a:ext cx="399143" cy="984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300">
                <a:solidFill>
                  <a:schemeClr val="tx1"/>
                </a:solidFill>
              </a:defRPr>
            </a:lvl1pPr>
          </a:lstStyle>
          <a:p>
            <a:fld id="{7ECE2914-4E17-487A-A4E5-C87617449E51}" type="datetimeFigureOut">
              <a:rPr lang="en-US" smtClean="0"/>
              <a:pPr/>
              <a:t>1/22/2026</a:t>
            </a:fld>
            <a:endParaRPr lang="en-US"/>
          </a:p>
        </p:txBody>
      </p:sp>
      <p:sp>
        <p:nvSpPr>
          <p:cNvPr id="5" name="Footer Placeholder" hidden="1"/>
          <p:cNvSpPr>
            <a:spLocks noGrp="1"/>
          </p:cNvSpPr>
          <p:nvPr>
            <p:ph type="ftr" sz="quarter" idx="3"/>
          </p:nvPr>
        </p:nvSpPr>
        <p:spPr>
          <a:xfrm>
            <a:off x="979714" y="6864350"/>
            <a:ext cx="677333" cy="984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ctr">
              <a:defRPr sz="3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" hidden="1"/>
          <p:cNvSpPr>
            <a:spLocks noGrp="1"/>
          </p:cNvSpPr>
          <p:nvPr>
            <p:ph type="sldNum" sz="quarter" idx="4"/>
          </p:nvPr>
        </p:nvSpPr>
        <p:spPr>
          <a:xfrm>
            <a:off x="1657048" y="6864350"/>
            <a:ext cx="193524" cy="984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300">
                <a:solidFill>
                  <a:schemeClr val="tx1"/>
                </a:solidFill>
              </a:defRPr>
            </a:lvl1pPr>
          </a:lstStyle>
          <a:p>
            <a:fld id="{8F63CC74-D785-4C96-8C6E-EB177D1B9A1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lideNumber"/>
          <p:cNvSpPr txBox="1"/>
          <p:nvPr userDrawn="1"/>
        </p:nvSpPr>
        <p:spPr>
          <a:xfrm>
            <a:off x="11584118" y="6552456"/>
            <a:ext cx="150682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indent="0" algn="r" defTabSz="9143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F63CC74-D785-4C96-8C6E-EB177D1B9A1D}" type="slidenum">
              <a:rPr lang="en-US" sz="1000" smtClean="0">
                <a:solidFill>
                  <a:schemeClr val="tx1"/>
                </a:solidFill>
              </a:rPr>
              <a:pPr marL="0" marR="0" indent="0" algn="r" defTabSz="9143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1000">
              <a:solidFill>
                <a:schemeClr val="tx1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42DD425A-AED7-34E5-F8DB-A8F5DAC0888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5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6117093"/>
            <a:ext cx="840740" cy="7409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7429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  <p:sldLayoutId id="2147483738" r:id="rId18"/>
    <p:sldLayoutId id="2147483739" r:id="rId19"/>
    <p:sldLayoutId id="2147483740" r:id="rId20"/>
    <p:sldLayoutId id="2147483741" r:id="rId21"/>
    <p:sldLayoutId id="2147483742" r:id="rId22"/>
    <p:sldLayoutId id="2147483743" r:id="rId23"/>
    <p:sldLayoutId id="2147483744" r:id="rId24"/>
    <p:sldLayoutId id="2147483745" r:id="rId25"/>
    <p:sldLayoutId id="2147483746" r:id="rId26"/>
    <p:sldLayoutId id="2147483747" r:id="rId27"/>
    <p:sldLayoutId id="2147483748" r:id="rId28"/>
    <p:sldLayoutId id="2147483749" r:id="rId29"/>
    <p:sldLayoutId id="2147483750" r:id="rId30"/>
  </p:sldLayoutIdLst>
  <p:txStyles>
    <p:titleStyle>
      <a:lvl1pPr algn="l" defTabSz="914370" rtl="0" eaLnBrk="1" latinLnBrk="0" hangingPunct="1">
        <a:lnSpc>
          <a:spcPct val="90000"/>
        </a:lnSpc>
        <a:spcBef>
          <a:spcPct val="0"/>
        </a:spcBef>
        <a:buNone/>
        <a:defRPr sz="3200" b="1" kern="0" cap="none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179994" indent="-179994" algn="l" defTabSz="914370" rtl="0" eaLnBrk="1" latinLnBrk="0" hangingPunct="1">
        <a:spcBef>
          <a:spcPts val="600"/>
        </a:spcBef>
        <a:buFont typeface="Arial" panose="020B0604020202020204" pitchFamily="34" charset="0"/>
        <a:buChar char="•"/>
        <a:defRPr sz="1400" kern="0">
          <a:solidFill>
            <a:schemeClr val="bg1"/>
          </a:solidFill>
          <a:latin typeface="+mn-lt"/>
          <a:ea typeface="+mn-ea"/>
          <a:cs typeface="+mn-cs"/>
        </a:defRPr>
      </a:lvl1pPr>
      <a:lvl2pPr marL="359988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–"/>
        <a:defRPr sz="1400" kern="0">
          <a:solidFill>
            <a:schemeClr val="bg1"/>
          </a:solidFill>
          <a:latin typeface="+mn-lt"/>
          <a:ea typeface="+mn-ea"/>
          <a:cs typeface="+mn-cs"/>
        </a:defRPr>
      </a:lvl2pPr>
      <a:lvl3pPr marL="539982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bg1"/>
          </a:solidFill>
          <a:latin typeface="+mn-lt"/>
          <a:ea typeface="+mn-ea"/>
          <a:cs typeface="+mn-cs"/>
        </a:defRPr>
      </a:lvl3pPr>
      <a:lvl4pPr marL="719977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bg1"/>
          </a:solidFill>
          <a:latin typeface="+mn-lt"/>
          <a:ea typeface="+mn-ea"/>
          <a:cs typeface="+mn-cs"/>
        </a:defRPr>
      </a:lvl4pPr>
      <a:lvl5pPr marL="899971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bg1"/>
          </a:solidFill>
          <a:latin typeface="+mn-lt"/>
          <a:ea typeface="+mn-ea"/>
          <a:cs typeface="+mn-cs"/>
        </a:defRPr>
      </a:lvl5pPr>
      <a:lvl6pPr marL="1079965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6pPr>
      <a:lvl7pPr marL="1259959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7pPr>
      <a:lvl8pPr marL="1439953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8pPr>
      <a:lvl9pPr marL="1619947" indent="-179994" algn="l" defTabSz="914370" rtl="0" eaLnBrk="1" latinLnBrk="0" hangingPunct="1">
        <a:spcBef>
          <a:spcPts val="300"/>
        </a:spcBef>
        <a:buFont typeface="Arial" panose="020B0604020202020204" pitchFamily="34" charset="0"/>
        <a:buChar char="-"/>
        <a:defRPr sz="1400" ker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/>
      <a:lvl1pPr marL="0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1pPr>
      <a:lvl2pPr marL="179994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2pPr>
      <a:lvl3pPr marL="359988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3pPr>
      <a:lvl4pPr marL="539982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4pPr>
      <a:lvl5pPr marL="719977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5pPr>
      <a:lvl6pPr marL="899971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6pPr>
      <a:lvl7pPr marL="1079965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7pPr>
      <a:lvl8pPr marL="1259959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8pPr>
      <a:lvl9pPr marL="1439953" algn="l" defTabSz="914370" rtl="0" eaLnBrk="1" latinLnBrk="0" hangingPunct="1">
        <a:defRPr sz="1200" kern="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40">
          <p15:clr>
            <a:srgbClr val="F26B43"/>
          </p15:clr>
        </p15:guide>
        <p15:guide id="3" pos="288">
          <p15:clr>
            <a:srgbClr val="F26B43"/>
          </p15:clr>
        </p15:guide>
        <p15:guide id="4" pos="7392">
          <p15:clr>
            <a:srgbClr val="F26B43"/>
          </p15:clr>
        </p15:guide>
        <p15:guide id="6" orient="horz" pos="403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7.xml"/><Relationship Id="rId5" Type="http://schemas.openxmlformats.org/officeDocument/2006/relationships/image" Target="../media/image15.emf"/><Relationship Id="rId4" Type="http://schemas.openxmlformats.org/officeDocument/2006/relationships/oleObject" Target="../embeddings/oleObject34.bin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7" Type="http://schemas.openxmlformats.org/officeDocument/2006/relationships/image" Target="../media/image18.svg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38.xml"/><Relationship Id="rId6" Type="http://schemas.openxmlformats.org/officeDocument/2006/relationships/image" Target="../media/image17.png"/><Relationship Id="rId5" Type="http://schemas.openxmlformats.org/officeDocument/2006/relationships/image" Target="../media/image16.emf"/><Relationship Id="rId4" Type="http://schemas.openxmlformats.org/officeDocument/2006/relationships/oleObject" Target="../embeddings/oleObject35.bin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9.xml"/><Relationship Id="rId5" Type="http://schemas.openxmlformats.org/officeDocument/2006/relationships/image" Target="../media/image16.emf"/><Relationship Id="rId4" Type="http://schemas.openxmlformats.org/officeDocument/2006/relationships/oleObject" Target="../embeddings/oleObject36.bin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0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37.bin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7" Type="http://schemas.openxmlformats.org/officeDocument/2006/relationships/image" Target="../media/image21.sv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1.xml"/><Relationship Id="rId6" Type="http://schemas.openxmlformats.org/officeDocument/2006/relationships/image" Target="../media/image20.png"/><Relationship Id="rId5" Type="http://schemas.openxmlformats.org/officeDocument/2006/relationships/image" Target="../media/image19.emf"/><Relationship Id="rId4" Type="http://schemas.openxmlformats.org/officeDocument/2006/relationships/oleObject" Target="../embeddings/oleObject38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2.xml"/><Relationship Id="rId5" Type="http://schemas.openxmlformats.org/officeDocument/2006/relationships/image" Target="../media/image19.emf"/><Relationship Id="rId4" Type="http://schemas.openxmlformats.org/officeDocument/2006/relationships/oleObject" Target="../embeddings/oleObject39.bin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0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3.xml"/><Relationship Id="rId4" Type="http://schemas.openxmlformats.org/officeDocument/2006/relationships/image" Target="../media/image19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1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4.xml"/><Relationship Id="rId4" Type="http://schemas.openxmlformats.org/officeDocument/2006/relationships/image" Target="../media/image19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2.bin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5.xml"/><Relationship Id="rId4" Type="http://schemas.openxmlformats.org/officeDocument/2006/relationships/image" Target="../media/image22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3.bin"/><Relationship Id="rId2" Type="http://schemas.openxmlformats.org/officeDocument/2006/relationships/slideLayout" Target="../slideLayouts/slideLayout10.xml"/><Relationship Id="rId1" Type="http://schemas.openxmlformats.org/officeDocument/2006/relationships/tags" Target="../tags/tag46.xml"/><Relationship Id="rId4" Type="http://schemas.openxmlformats.org/officeDocument/2006/relationships/image" Target="../media/image16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942306-6AC0-592A-9485-BFA845ADB0F5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ln>
            <a:noFill/>
          </a:ln>
        </p:spPr>
        <p:txBody>
          <a:bodyPr/>
          <a:lstStyle/>
          <a:p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B7EFAD-A486-3FD4-19BE-344C9BB8E4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buNone/>
            </a:pPr>
            <a:r>
              <a:rPr lang="en-GB"/>
              <a:t>FOS Sunset – Foundational Blueprint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3EA05A-543D-342B-7D39-198FF9520F5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GB"/>
              <a:t>Architecture Update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1E8904-AC85-95D3-A4B4-174F300B4B1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GB"/>
              <a:t>January 22, 2026</a:t>
            </a:r>
          </a:p>
        </p:txBody>
      </p:sp>
    </p:spTree>
    <p:extLst>
      <p:ext uri="{BB962C8B-B14F-4D97-AF65-F5344CB8AC3E}">
        <p14:creationId xmlns:p14="http://schemas.microsoft.com/office/powerpoint/2010/main" val="1229546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C73D3570-A5B5-C5D4-1BD3-8A069C78AC8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020849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360" imgH="360" progId="TCLayout.ActiveDocument.1">
                  <p:embed/>
                </p:oleObj>
              </mc:Choice>
              <mc:Fallback>
                <p:oleObj name="think-cell Slide" r:id="rId4" imgW="360" imgH="360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73D3570-A5B5-C5D4-1BD3-8A069C78AC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3">
            <a:extLst>
              <a:ext uri="{FF2B5EF4-FFF2-40B4-BE49-F238E27FC236}">
                <a16:creationId xmlns:a16="http://schemas.microsoft.com/office/drawing/2014/main" id="{35756917-5AD3-FB71-BB7C-9B1983042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Agenda</a:t>
            </a:r>
            <a:br>
              <a:rPr lang="en-US"/>
            </a:br>
            <a:endParaRPr lang="en-US" sz="1400" b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43DB69-7AC7-7869-FC8D-A755E264E01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3974147"/>
              </p:ext>
            </p:extLst>
          </p:nvPr>
        </p:nvGraphicFramePr>
        <p:xfrm>
          <a:off x="457198" y="1287733"/>
          <a:ext cx="11277599" cy="3050586"/>
        </p:xfrm>
        <a:graphic>
          <a:graphicData uri="http://schemas.openxmlformats.org/drawingml/2006/table">
            <a:tbl>
              <a:tblPr firstRow="1" firstCol="1" bandRow="1"/>
              <a:tblGrid>
                <a:gridCol w="1162639">
                  <a:extLst>
                    <a:ext uri="{9D8B030D-6E8A-4147-A177-3AD203B41FA5}">
                      <a16:colId xmlns:a16="http://schemas.microsoft.com/office/drawing/2014/main" val="4026579736"/>
                    </a:ext>
                  </a:extLst>
                </a:gridCol>
                <a:gridCol w="10114960">
                  <a:extLst>
                    <a:ext uri="{9D8B030D-6E8A-4147-A177-3AD203B41FA5}">
                      <a16:colId xmlns:a16="http://schemas.microsoft.com/office/drawing/2014/main" val="1614301067"/>
                    </a:ext>
                  </a:extLst>
                </a:gridCol>
              </a:tblGrid>
              <a:tr h="101686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4000" b="1" i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1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Inform: </a:t>
                      </a:r>
                      <a:r>
                        <a:rPr lang="en-US" sz="2000" kern="1200"/>
                        <a:t>Foundational Blueprint Progress Update</a:t>
                      </a:r>
                      <a:endParaRPr lang="en-US" sz="2000"/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804928"/>
                  </a:ext>
                </a:extLst>
              </a:tr>
              <a:tr h="101686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800" b="1" i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2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Inform: </a:t>
                      </a: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Data Strategy and Governance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575386"/>
                  </a:ext>
                </a:extLst>
              </a:tr>
              <a:tr h="1016862"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3800" b="1" i="0">
                          <a:solidFill>
                            <a:schemeClr val="tx2"/>
                          </a:solidFill>
                          <a:effectLst/>
                          <a:latin typeface="+mn-lt"/>
                        </a:rPr>
                        <a:t>3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20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Inform: </a:t>
                      </a:r>
                      <a:r>
                        <a:rPr kumimoji="0" lang="en-US" sz="20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FOS Decomm &amp; TDEC MIPS/Resource Utilization Update</a:t>
                      </a:r>
                    </a:p>
                  </a:txBody>
                  <a:tcPr anchor="ctr">
                    <a:lnL w="0">
                      <a:noFill/>
                    </a:lnL>
                    <a:lnR w="0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0">
                      <a:noFill/>
                    </a:lnTlToBr>
                    <a:lnBlToTr w="0"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5199635"/>
                  </a:ext>
                </a:extLst>
              </a:tr>
            </a:tbl>
          </a:graphicData>
        </a:graphic>
      </p:graphicFrame>
      <p:sp>
        <p:nvSpPr>
          <p:cNvPr id="2" name="DTP_Label|3">
            <a:extLst>
              <a:ext uri="{FF2B5EF4-FFF2-40B4-BE49-F238E27FC236}">
                <a16:creationId xmlns:a16="http://schemas.microsoft.com/office/drawing/2014/main" id="{CA410A3A-A27E-B18F-F1C4-5B6D53E5D2E0}"/>
              </a:ext>
            </a:extLst>
          </p:cNvPr>
          <p:cNvSpPr/>
          <p:nvPr/>
        </p:nvSpPr>
        <p:spPr>
          <a:xfrm>
            <a:off x="10921372" y="63500"/>
            <a:ext cx="813428" cy="248530"/>
          </a:xfrm>
          <a:prstGeom prst="rect">
            <a:avLst/>
          </a:prstGeom>
          <a:noFill/>
          <a:ln w="9525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43" tIns="46863" rIns="90043" bIns="46863" rtlCol="0" anchor="b">
            <a:spAutoFit/>
          </a:bodyPr>
          <a:lstStyle/>
          <a:p>
            <a:pPr algn="r"/>
            <a:r>
              <a:rPr lang="en-US" sz="1000" kern="0">
                <a:solidFill>
                  <a:schemeClr val="tx2"/>
                </a:solidFill>
              </a:rPr>
              <a:t>Confidential</a:t>
            </a:r>
          </a:p>
        </p:txBody>
      </p:sp>
    </p:spTree>
    <p:extLst>
      <p:ext uri="{BB962C8B-B14F-4D97-AF65-F5344CB8AC3E}">
        <p14:creationId xmlns:p14="http://schemas.microsoft.com/office/powerpoint/2010/main" val="13343551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B73F3-1A8F-8265-3450-B58F6ABAA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147257-CDC6-433B-790D-C2EE24FE238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5680" y="3665728"/>
            <a:ext cx="10473944" cy="492443"/>
          </a:xfrm>
        </p:spPr>
        <p:txBody>
          <a:bodyPr/>
          <a:lstStyle/>
          <a:p>
            <a:r>
              <a:rPr lang="en-US" kern="1200"/>
              <a:t>Foundational Blueprint Progress Update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156F89-9DD0-98CE-8A45-56FDC8BC78F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14643697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F8DF64-DE08-60D0-D4BE-C41EB5B4C5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8E93C0A-DA0A-BF88-9C31-15D9FDB842D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90400521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6" imgH="426" progId="TCLayout.ActiveDocument.1">
                  <p:embed/>
                </p:oleObj>
              </mc:Choice>
              <mc:Fallback>
                <p:oleObj name="think-cell Slide" r:id="rId4" imgW="426" imgH="42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8E93C0A-DA0A-BF88-9C31-15D9FDB842D6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99C83444-F31C-AD62-0E68-43C94480B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Foundational blueprint workstream: recent progress and risks</a:t>
            </a:r>
            <a:br>
              <a:rPr lang="en-GB"/>
            </a:br>
            <a:r>
              <a:rPr lang="en-GB" sz="1400" b="0">
                <a:solidFill>
                  <a:schemeClr val="tx1"/>
                </a:solidFill>
              </a:rPr>
              <a:t>Overall workstream status continues to be green; Production environment, initial systems integration framework, and app migration framework were delivered during the second half of December; There remains risks associated with FXIP development/testing and the cloud provider RFI timelines</a:t>
            </a:r>
            <a:endParaRPr lang="en-GB" b="0">
              <a:solidFill>
                <a:schemeClr val="tx1"/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B57FEA-C47F-343C-63E3-569BF9F33A27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457200" y="1264278"/>
            <a:ext cx="5410200" cy="429768"/>
          </a:xfrm>
        </p:spPr>
        <p:txBody>
          <a:bodyPr/>
          <a:lstStyle/>
          <a:p>
            <a:pPr>
              <a:buNone/>
            </a:pPr>
            <a:r>
              <a:rPr lang="en-GB" sz="1600"/>
              <a:t>Progress since December:</a:t>
            </a:r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8885D826-9CC9-C4E7-F60B-5F5C4C5737C9}"/>
              </a:ext>
            </a:extLst>
          </p:cNvPr>
          <p:cNvSpPr/>
          <p:nvPr/>
        </p:nvSpPr>
        <p:spPr>
          <a:xfrm>
            <a:off x="3627291" y="1812130"/>
            <a:ext cx="207801" cy="338129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1" name="Rectangle: Top Corners Rounded 50">
            <a:extLst>
              <a:ext uri="{FF2B5EF4-FFF2-40B4-BE49-F238E27FC236}">
                <a16:creationId xmlns:a16="http://schemas.microsoft.com/office/drawing/2014/main" id="{A06C3124-0054-10F9-2846-B4037EB9F95D}"/>
              </a:ext>
            </a:extLst>
          </p:cNvPr>
          <p:cNvSpPr>
            <a:spLocks/>
          </p:cNvSpPr>
          <p:nvPr/>
        </p:nvSpPr>
        <p:spPr>
          <a:xfrm rot="16200000">
            <a:off x="5909628" y="-3761105"/>
            <a:ext cx="563839" cy="11406064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9525">
            <a:noFill/>
          </a:ln>
          <a:effectLst>
            <a:outerShdw blurRad="76200" dist="25400" dir="4200009" sx="101000" sy="101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0DE2C58-29A1-5B93-EBEA-BDF6B1752B37}"/>
              </a:ext>
            </a:extLst>
          </p:cNvPr>
          <p:cNvSpPr>
            <a:spLocks/>
          </p:cNvSpPr>
          <p:nvPr/>
        </p:nvSpPr>
        <p:spPr>
          <a:xfrm>
            <a:off x="590820" y="1755971"/>
            <a:ext cx="365760" cy="36576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DDD1EA5C-15AD-DC3E-7A00-EBDDB72E48AA}"/>
              </a:ext>
            </a:extLst>
          </p:cNvPr>
          <p:cNvSpPr/>
          <p:nvPr/>
        </p:nvSpPr>
        <p:spPr>
          <a:xfrm>
            <a:off x="3634426" y="2441610"/>
            <a:ext cx="207221" cy="33812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5" name="Rectangle: Top Corners Rounded 64">
            <a:extLst>
              <a:ext uri="{FF2B5EF4-FFF2-40B4-BE49-F238E27FC236}">
                <a16:creationId xmlns:a16="http://schemas.microsoft.com/office/drawing/2014/main" id="{97CBEC76-7F87-896D-09C5-B75032C2A06C}"/>
              </a:ext>
            </a:extLst>
          </p:cNvPr>
          <p:cNvSpPr>
            <a:spLocks/>
          </p:cNvSpPr>
          <p:nvPr/>
        </p:nvSpPr>
        <p:spPr>
          <a:xfrm rot="16200000">
            <a:off x="5909629" y="-3115759"/>
            <a:ext cx="563839" cy="11374333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9525">
            <a:noFill/>
          </a:ln>
          <a:effectLst>
            <a:outerShdw blurRad="76200" dist="25400" dir="4200009" sx="101000" sy="101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677D05BE-FBEA-D879-5A8C-106436370077}"/>
              </a:ext>
            </a:extLst>
          </p:cNvPr>
          <p:cNvSpPr>
            <a:spLocks/>
          </p:cNvSpPr>
          <p:nvPr/>
        </p:nvSpPr>
        <p:spPr>
          <a:xfrm>
            <a:off x="606281" y="2385451"/>
            <a:ext cx="365760" cy="36576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000" b="1">
                <a:solidFill>
                  <a:srgbClr val="FFFFFF"/>
                </a:solidFill>
                <a:latin typeface="Calibri"/>
              </a:rPr>
              <a:t>B</a:t>
            </a:r>
            <a:endParaRPr kumimoji="0" lang="en-US" sz="20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52BF0AE4-FA8E-FA33-E04C-1D29A115BFFD}"/>
              </a:ext>
            </a:extLst>
          </p:cNvPr>
          <p:cNvSpPr/>
          <p:nvPr/>
        </p:nvSpPr>
        <p:spPr>
          <a:xfrm>
            <a:off x="1496005" y="1732992"/>
            <a:ext cx="9757153" cy="38841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defTabSz="914370">
              <a:defRPr/>
            </a:pPr>
            <a:r>
              <a:rPr lang="en-US" sz="1600" b="1">
                <a:solidFill>
                  <a:srgbClr val="000000"/>
                </a:solidFill>
              </a:rPr>
              <a:t>Developed initial first mover systems integration framework </a:t>
            </a:r>
            <a:r>
              <a:rPr lang="en-US" sz="1600">
                <a:solidFill>
                  <a:srgbClr val="000000"/>
                </a:solidFill>
              </a:rPr>
              <a:t>to inform Procurement's contracting structures on Dec 18., with validation from Business and IT leads</a:t>
            </a:r>
            <a:endParaRPr lang="en-US" sz="1600" b="1">
              <a:solidFill>
                <a:srgbClr val="000000"/>
              </a:solidFill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BB597C51-9EFD-B453-E819-CC48AD11C0D8}"/>
              </a:ext>
            </a:extLst>
          </p:cNvPr>
          <p:cNvSpPr/>
          <p:nvPr/>
        </p:nvSpPr>
        <p:spPr>
          <a:xfrm>
            <a:off x="3634422" y="3700570"/>
            <a:ext cx="207221" cy="33812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49715B84-750E-88BA-1A64-F4E17FCC1AA2}"/>
              </a:ext>
            </a:extLst>
          </p:cNvPr>
          <p:cNvGrpSpPr/>
          <p:nvPr/>
        </p:nvGrpSpPr>
        <p:grpSpPr>
          <a:xfrm>
            <a:off x="504379" y="3548450"/>
            <a:ext cx="11374339" cy="563839"/>
            <a:chOff x="504379" y="3548450"/>
            <a:chExt cx="11374339" cy="563839"/>
          </a:xfrm>
        </p:grpSpPr>
        <p:sp>
          <p:nvSpPr>
            <p:cNvPr id="59" name="Rectangle: Top Corners Rounded 58">
              <a:extLst>
                <a:ext uri="{FF2B5EF4-FFF2-40B4-BE49-F238E27FC236}">
                  <a16:creationId xmlns:a16="http://schemas.microsoft.com/office/drawing/2014/main" id="{845B0226-0305-F7BA-E495-8396CDBAA30A}"/>
                </a:ext>
              </a:extLst>
            </p:cNvPr>
            <p:cNvSpPr>
              <a:spLocks/>
            </p:cNvSpPr>
            <p:nvPr/>
          </p:nvSpPr>
          <p:spPr>
            <a:xfrm rot="16200000">
              <a:off x="5909629" y="-1856800"/>
              <a:ext cx="563839" cy="1137433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9525">
              <a:noFill/>
            </a:ln>
            <a:effectLst>
              <a:outerShdw blurRad="76200" dist="25400" dir="4200009" sx="101000" sy="101000" rotWithShape="0">
                <a:srgbClr val="000000">
                  <a:alpha val="1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0" name="Oval 59">
              <a:extLst>
                <a:ext uri="{FF2B5EF4-FFF2-40B4-BE49-F238E27FC236}">
                  <a16:creationId xmlns:a16="http://schemas.microsoft.com/office/drawing/2014/main" id="{D1DF4577-8CE3-82C3-D26C-2ED75E42CD61}"/>
                </a:ext>
              </a:extLst>
            </p:cNvPr>
            <p:cNvSpPr>
              <a:spLocks/>
            </p:cNvSpPr>
            <p:nvPr/>
          </p:nvSpPr>
          <p:spPr>
            <a:xfrm>
              <a:off x="606275" y="3644413"/>
              <a:ext cx="365760" cy="3657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US" sz="2000" b="1">
                  <a:solidFill>
                    <a:srgbClr val="FFFFFF"/>
                  </a:solidFill>
                  <a:latin typeface="Calibri"/>
                </a:rPr>
                <a:t>D</a:t>
              </a:r>
              <a:endPara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01568617-7C50-5592-5E18-70732B886DCD}"/>
                </a:ext>
              </a:extLst>
            </p:cNvPr>
            <p:cNvSpPr/>
            <p:nvPr/>
          </p:nvSpPr>
          <p:spPr>
            <a:xfrm>
              <a:off x="1496005" y="3650280"/>
              <a:ext cx="9757159" cy="3884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" tIns="73152" rIns="73152" bIns="73152" rtlCol="0" anchor="ctr"/>
            <a:lstStyle/>
            <a:p>
              <a:pPr defTabSz="914370">
                <a:defRPr/>
              </a:pPr>
              <a:r>
                <a:rPr lang="en-US" sz="1600" b="1">
                  <a:solidFill>
                    <a:srgbClr val="000000"/>
                  </a:solidFill>
                </a:rPr>
                <a:t>Continued development of ASM </a:t>
              </a:r>
              <a:r>
                <a:rPr lang="en-US" sz="1600">
                  <a:solidFill>
                    <a:srgbClr val="000000"/>
                  </a:solidFill>
                </a:rPr>
                <a:t>by deploying Flink jobs in the development environment on Dec. 30</a:t>
              </a:r>
            </a:p>
          </p:txBody>
        </p:sp>
      </p:grpSp>
      <p:sp>
        <p:nvSpPr>
          <p:cNvPr id="101" name="DTP_Label|3">
            <a:extLst>
              <a:ext uri="{FF2B5EF4-FFF2-40B4-BE49-F238E27FC236}">
                <a16:creationId xmlns:a16="http://schemas.microsoft.com/office/drawing/2014/main" id="{D1A4B296-2D8C-8683-FB80-A5EA0D1C8EC6}"/>
              </a:ext>
            </a:extLst>
          </p:cNvPr>
          <p:cNvSpPr/>
          <p:nvPr/>
        </p:nvSpPr>
        <p:spPr>
          <a:xfrm>
            <a:off x="11080745" y="82520"/>
            <a:ext cx="813428" cy="248530"/>
          </a:xfrm>
          <a:prstGeom prst="rect">
            <a:avLst/>
          </a:prstGeom>
          <a:noFill/>
          <a:ln w="9525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43" tIns="46863" rIns="90043" bIns="46863" rtlCol="0" anchor="b">
            <a:spAutoFit/>
          </a:bodyPr>
          <a:lstStyle/>
          <a:p>
            <a:r>
              <a:rPr lang="en-US" sz="1000" kern="0">
                <a:solidFill>
                  <a:schemeClr val="tx2"/>
                </a:solidFill>
              </a:rPr>
              <a:t>Confidential</a:t>
            </a:r>
            <a:endParaRPr lang="en-US"/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E51F7C4C-16E6-7137-BA57-739AFCBC3E76}"/>
              </a:ext>
            </a:extLst>
          </p:cNvPr>
          <p:cNvSpPr/>
          <p:nvPr/>
        </p:nvSpPr>
        <p:spPr>
          <a:xfrm>
            <a:off x="3634422" y="3071089"/>
            <a:ext cx="207221" cy="33812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6" name="Rectangle: Top Corners Rounded 45">
            <a:extLst>
              <a:ext uri="{FF2B5EF4-FFF2-40B4-BE49-F238E27FC236}">
                <a16:creationId xmlns:a16="http://schemas.microsoft.com/office/drawing/2014/main" id="{59BE58C9-BD29-3B80-6393-32FE6C1342C4}"/>
              </a:ext>
            </a:extLst>
          </p:cNvPr>
          <p:cNvSpPr>
            <a:spLocks/>
          </p:cNvSpPr>
          <p:nvPr/>
        </p:nvSpPr>
        <p:spPr>
          <a:xfrm rot="16200000">
            <a:off x="5909629" y="-2486281"/>
            <a:ext cx="563839" cy="11374339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/>
          </a:solidFill>
          <a:ln w="9525">
            <a:noFill/>
          </a:ln>
          <a:effectLst>
            <a:outerShdw blurRad="76200" dist="25400" dir="4200009" sx="101000" sy="101000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0AF1C023-0096-6809-F0FB-7610BF063211}"/>
              </a:ext>
            </a:extLst>
          </p:cNvPr>
          <p:cNvSpPr>
            <a:spLocks/>
          </p:cNvSpPr>
          <p:nvPr/>
        </p:nvSpPr>
        <p:spPr>
          <a:xfrm>
            <a:off x="606275" y="3014932"/>
            <a:ext cx="365760" cy="36576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5468115-DF44-B736-C3D3-4B6DF6A7869C}"/>
              </a:ext>
            </a:extLst>
          </p:cNvPr>
          <p:cNvSpPr/>
          <p:nvPr/>
        </p:nvSpPr>
        <p:spPr>
          <a:xfrm>
            <a:off x="1496005" y="2362778"/>
            <a:ext cx="9757159" cy="388418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defTabSz="914370">
              <a:defRPr/>
            </a:pPr>
            <a:r>
              <a:rPr lang="en-US" sz="1600" b="1">
                <a:solidFill>
                  <a:srgbClr val="000000"/>
                </a:solidFill>
              </a:rPr>
              <a:t>Developed initial application migration framework</a:t>
            </a:r>
            <a:r>
              <a:rPr lang="en-US" sz="1600">
                <a:solidFill>
                  <a:srgbClr val="000000"/>
                </a:solidFill>
              </a:rPr>
              <a:t> on Dec. 18</a:t>
            </a:r>
            <a:endParaRPr lang="en-US" sz="1600" b="1">
              <a:solidFill>
                <a:srgbClr val="000000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EE75103-08F7-1A4B-94B2-1DBAFB689056}"/>
              </a:ext>
            </a:extLst>
          </p:cNvPr>
          <p:cNvGrpSpPr/>
          <p:nvPr/>
        </p:nvGrpSpPr>
        <p:grpSpPr>
          <a:xfrm>
            <a:off x="488514" y="5501827"/>
            <a:ext cx="11374326" cy="454722"/>
            <a:chOff x="519867" y="4973481"/>
            <a:chExt cx="11374326" cy="554510"/>
          </a:xfrm>
        </p:grpSpPr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5C10B06-749B-E58E-9E20-4D70BCE51D81}"/>
                </a:ext>
              </a:extLst>
            </p:cNvPr>
            <p:cNvSpPr/>
            <p:nvPr/>
          </p:nvSpPr>
          <p:spPr>
            <a:xfrm>
              <a:off x="3649907" y="5123084"/>
              <a:ext cx="207221" cy="33253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" tIns="73152" rIns="73152" bIns="7315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Rectangle: Top Corners Rounded 17">
              <a:extLst>
                <a:ext uri="{FF2B5EF4-FFF2-40B4-BE49-F238E27FC236}">
                  <a16:creationId xmlns:a16="http://schemas.microsoft.com/office/drawing/2014/main" id="{798E72A9-0898-9FA3-D097-52567B035247}"/>
                </a:ext>
              </a:extLst>
            </p:cNvPr>
            <p:cNvSpPr>
              <a:spLocks/>
            </p:cNvSpPr>
            <p:nvPr/>
          </p:nvSpPr>
          <p:spPr>
            <a:xfrm rot="16200000">
              <a:off x="5929775" y="-436427"/>
              <a:ext cx="554510" cy="1137432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9525">
              <a:noFill/>
            </a:ln>
            <a:effectLst>
              <a:outerShdw blurRad="76200" dist="25400" dir="4200009" sx="101000" sy="101000" rotWithShape="0">
                <a:srgbClr val="000000">
                  <a:alpha val="1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54E2A1B7-3C54-5478-59F9-85DAB449BCAF}"/>
                </a:ext>
              </a:extLst>
            </p:cNvPr>
            <p:cNvSpPr>
              <a:spLocks/>
            </p:cNvSpPr>
            <p:nvPr/>
          </p:nvSpPr>
          <p:spPr>
            <a:xfrm>
              <a:off x="621766" y="5085720"/>
              <a:ext cx="274320" cy="330029"/>
            </a:xfrm>
            <a:prstGeom prst="ellipse">
              <a:avLst/>
            </a:prstGeom>
            <a:solidFill>
              <a:srgbClr val="D8A30E"/>
            </a:solidFill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A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0F27D8E-B99A-F21E-67EF-5E7F8100B4DA}"/>
                </a:ext>
              </a:extLst>
            </p:cNvPr>
            <p:cNvSpPr/>
            <p:nvPr/>
          </p:nvSpPr>
          <p:spPr>
            <a:xfrm>
              <a:off x="1511492" y="5059739"/>
              <a:ext cx="9757146" cy="3819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" tIns="73152" rIns="73152" bIns="73152" rtlCol="0" anchor="ctr"/>
            <a:lstStyle/>
            <a:p>
              <a:pPr lvl="0" defTabSz="914370">
                <a:spcBef>
                  <a:spcPts val="600"/>
                </a:spcBef>
                <a:buSzPct val="100000"/>
              </a:pPr>
              <a:r>
                <a:rPr lang="en-US" sz="1400" b="1" kern="0">
                  <a:solidFill>
                    <a:schemeClr val="tx1"/>
                  </a:solidFill>
                  <a:latin typeface="Calibri (Body)"/>
                </a:rPr>
                <a:t>Timeline associated with cloud provider RFI / RFP:</a:t>
              </a:r>
              <a:r>
                <a:rPr lang="en-US" sz="1400" kern="0">
                  <a:solidFill>
                    <a:schemeClr val="tx1"/>
                  </a:solidFill>
                  <a:latin typeface="Calibri (Body)"/>
                </a:rPr>
                <a:t> Current projected timeline for deployment of the initial NXOP production environment (3/31) could occur before cloud service provider evaluation process is complete</a:t>
              </a:r>
              <a:endParaRPr lang="en-GB" sz="1400" kern="0">
                <a:solidFill>
                  <a:schemeClr val="tx1"/>
                </a:solidFill>
                <a:latin typeface="Calibri (Body)"/>
              </a:endParaRPr>
            </a:p>
          </p:txBody>
        </p:sp>
      </p:grp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6737BEE2-E7FE-80FC-0E8E-4A2C45D150EB}"/>
              </a:ext>
            </a:extLst>
          </p:cNvPr>
          <p:cNvSpPr txBox="1">
            <a:spLocks/>
          </p:cNvSpPr>
          <p:nvPr/>
        </p:nvSpPr>
        <p:spPr>
          <a:xfrm>
            <a:off x="457200" y="5168686"/>
            <a:ext cx="5410200" cy="42976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370" rtl="0" eaLnBrk="1" latinLnBrk="0" hangingPunct="1">
              <a:spcBef>
                <a:spcPts val="0"/>
              </a:spcBef>
              <a:buFont typeface="Arial" panose="020B0604020202020204" pitchFamily="34" charset="0"/>
              <a:buChar char="​"/>
              <a:defRPr sz="14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370" rtl="0" eaLnBrk="1" latinLnBrk="0" hangingPunct="1">
              <a:spcBef>
                <a:spcPts val="0"/>
              </a:spcBef>
              <a:buFont typeface="Arial" panose="020B0604020202020204" pitchFamily="34" charset="0"/>
              <a:buChar char="​"/>
              <a:defRPr sz="1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0" indent="0" algn="l" defTabSz="914370" rtl="0" eaLnBrk="1" latinLnBrk="0" hangingPunct="1">
              <a:spcBef>
                <a:spcPts val="0"/>
              </a:spcBef>
              <a:buFont typeface="Arial" panose="020B0604020202020204" pitchFamily="34" charset="0"/>
              <a:buChar char="​"/>
              <a:defRPr sz="1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0" indent="0" algn="l" defTabSz="914370" rtl="0" eaLnBrk="1" latinLnBrk="0" hangingPunct="1">
              <a:spcBef>
                <a:spcPts val="0"/>
              </a:spcBef>
              <a:buFont typeface="Arial" panose="020B0604020202020204" pitchFamily="34" charset="0"/>
              <a:buChar char="​"/>
              <a:defRPr sz="1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370" rtl="0" eaLnBrk="1" latinLnBrk="0" hangingPunct="1">
              <a:spcBef>
                <a:spcPts val="0"/>
              </a:spcBef>
              <a:buFont typeface="Arial" panose="020B0604020202020204" pitchFamily="34" charset="0"/>
              <a:buChar char="​"/>
              <a:defRPr sz="1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370" rtl="0" eaLnBrk="1" latinLnBrk="0" hangingPunct="1">
              <a:spcBef>
                <a:spcPts val="0"/>
              </a:spcBef>
              <a:buFont typeface="Arial" panose="020B0604020202020204" pitchFamily="34" charset="0"/>
              <a:buChar char="​"/>
              <a:defRPr sz="1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0" indent="0" algn="l" defTabSz="914370" rtl="0" eaLnBrk="1" latinLnBrk="0" hangingPunct="1">
              <a:spcBef>
                <a:spcPts val="0"/>
              </a:spcBef>
              <a:buFont typeface="Arial" panose="020B0604020202020204" pitchFamily="34" charset="0"/>
              <a:buChar char="​"/>
              <a:defRPr sz="1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0" indent="0" algn="l" defTabSz="914370" rtl="0" eaLnBrk="1" latinLnBrk="0" hangingPunct="1">
              <a:spcBef>
                <a:spcPts val="0"/>
              </a:spcBef>
              <a:buFont typeface="Arial" panose="020B0604020202020204" pitchFamily="34" charset="0"/>
              <a:buChar char="​"/>
              <a:defRPr sz="1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0" indent="0" algn="l" defTabSz="914370" rtl="0" eaLnBrk="1" latinLnBrk="0" hangingPunct="1">
              <a:spcBef>
                <a:spcPts val="0"/>
              </a:spcBef>
              <a:buFont typeface="Arial" panose="020B0604020202020204" pitchFamily="34" charset="0"/>
              <a:buChar char="​"/>
              <a:defRPr sz="140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GB" sz="1600"/>
              <a:t>Risks: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7B29015-AB2E-DB0D-5AAD-8DC3BDA6EC86}"/>
              </a:ext>
            </a:extLst>
          </p:cNvPr>
          <p:cNvCxnSpPr/>
          <p:nvPr/>
        </p:nvCxnSpPr>
        <p:spPr>
          <a:xfrm>
            <a:off x="488513" y="4943998"/>
            <a:ext cx="11374320" cy="0"/>
          </a:xfrm>
          <a:prstGeom prst="line">
            <a:avLst/>
          </a:prstGeom>
          <a:ln w="28575">
            <a:solidFill>
              <a:schemeClr val="tx1"/>
            </a:solidFill>
            <a:prstDash val="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3" name="ico-check">
            <a:extLst>
              <a:ext uri="{FF2B5EF4-FFF2-40B4-BE49-F238E27FC236}">
                <a16:creationId xmlns:a16="http://schemas.microsoft.com/office/drawing/2014/main" id="{DE02DF6D-3CA0-AC80-85C4-3CDCD0DC4E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4646" y="1804767"/>
            <a:ext cx="274321" cy="274321"/>
          </a:xfrm>
          <a:prstGeom prst="rect">
            <a:avLst/>
          </a:prstGeom>
        </p:spPr>
      </p:pic>
      <p:pic>
        <p:nvPicPr>
          <p:cNvPr id="119" name="ico-check">
            <a:extLst>
              <a:ext uri="{FF2B5EF4-FFF2-40B4-BE49-F238E27FC236}">
                <a16:creationId xmlns:a16="http://schemas.microsoft.com/office/drawing/2014/main" id="{C1E3953E-678A-BF0E-41A7-509E4019F75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846587" y="1324867"/>
            <a:ext cx="274321" cy="274321"/>
          </a:xfrm>
          <a:prstGeom prst="rect">
            <a:avLst/>
          </a:prstGeom>
        </p:spPr>
      </p:pic>
      <p:sp>
        <p:nvSpPr>
          <p:cNvPr id="120" name="TextBox 119">
            <a:extLst>
              <a:ext uri="{FF2B5EF4-FFF2-40B4-BE49-F238E27FC236}">
                <a16:creationId xmlns:a16="http://schemas.microsoft.com/office/drawing/2014/main" id="{DF6DC05C-7EA0-DF78-2233-7E2A25AAC896}"/>
              </a:ext>
            </a:extLst>
          </p:cNvPr>
          <p:cNvSpPr txBox="1"/>
          <p:nvPr/>
        </p:nvSpPr>
        <p:spPr>
          <a:xfrm>
            <a:off x="9228669" y="1354305"/>
            <a:ext cx="3480833" cy="215444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GB" sz="1400" i="1" kern="0"/>
              <a:t>completion of significant deliverable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FD90099-EE90-7496-9F80-2746987429D1}"/>
              </a:ext>
            </a:extLst>
          </p:cNvPr>
          <p:cNvSpPr/>
          <p:nvPr/>
        </p:nvSpPr>
        <p:spPr>
          <a:xfrm>
            <a:off x="3636907" y="4330049"/>
            <a:ext cx="207221" cy="338128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772B8B6F-9480-12A9-3A9E-3A17331C50F8}"/>
              </a:ext>
            </a:extLst>
          </p:cNvPr>
          <p:cNvGrpSpPr/>
          <p:nvPr/>
        </p:nvGrpSpPr>
        <p:grpSpPr>
          <a:xfrm>
            <a:off x="506864" y="4177929"/>
            <a:ext cx="11374339" cy="563839"/>
            <a:chOff x="506864" y="4177929"/>
            <a:chExt cx="11374339" cy="563839"/>
          </a:xfrm>
        </p:grpSpPr>
        <p:sp>
          <p:nvSpPr>
            <p:cNvPr id="10" name="Rectangle: Top Corners Rounded 9">
              <a:extLst>
                <a:ext uri="{FF2B5EF4-FFF2-40B4-BE49-F238E27FC236}">
                  <a16:creationId xmlns:a16="http://schemas.microsoft.com/office/drawing/2014/main" id="{889E0485-C524-109C-F6A7-C52FFC981CB0}"/>
                </a:ext>
              </a:extLst>
            </p:cNvPr>
            <p:cNvSpPr>
              <a:spLocks/>
            </p:cNvSpPr>
            <p:nvPr/>
          </p:nvSpPr>
          <p:spPr>
            <a:xfrm rot="16200000">
              <a:off x="5912114" y="-1227321"/>
              <a:ext cx="563839" cy="11374339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9525">
              <a:noFill/>
            </a:ln>
            <a:effectLst>
              <a:outerShdw blurRad="76200" dist="25400" dir="4200009" sx="101000" sy="101000" rotWithShape="0">
                <a:srgbClr val="000000">
                  <a:alpha val="1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73C543A-2FFA-F48C-B61F-CAC45A2F6B74}"/>
                </a:ext>
              </a:extLst>
            </p:cNvPr>
            <p:cNvSpPr>
              <a:spLocks/>
            </p:cNvSpPr>
            <p:nvPr/>
          </p:nvSpPr>
          <p:spPr>
            <a:xfrm>
              <a:off x="608760" y="4273892"/>
              <a:ext cx="365760" cy="365760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4FA3678-069B-751B-BAD6-AD9E5C5F8EF7}"/>
                </a:ext>
              </a:extLst>
            </p:cNvPr>
            <p:cNvSpPr/>
            <p:nvPr/>
          </p:nvSpPr>
          <p:spPr>
            <a:xfrm>
              <a:off x="1492140" y="4279759"/>
              <a:ext cx="9757159" cy="388418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" tIns="73152" rIns="73152" bIns="73152" rtlCol="0" anchor="ctr"/>
            <a:lstStyle/>
            <a:p>
              <a:pPr defTabSz="914370">
                <a:defRPr/>
              </a:pPr>
              <a:r>
                <a:rPr lang="en-US" sz="1600" b="1">
                  <a:solidFill>
                    <a:srgbClr val="000000"/>
                  </a:solidFill>
                </a:rPr>
                <a:t>Matured FXIP phased cutover plans </a:t>
              </a:r>
              <a:r>
                <a:rPr lang="en-US" sz="1600">
                  <a:solidFill>
                    <a:srgbClr val="000000"/>
                  </a:solidFill>
                </a:rPr>
                <a:t>to ensure preparedness for transition to NXOP on Jan. 6 and Jan. 15</a:t>
              </a:r>
            </a:p>
          </p:txBody>
        </p:sp>
      </p:grpSp>
      <p:pic>
        <p:nvPicPr>
          <p:cNvPr id="36" name="ico-check">
            <a:extLst>
              <a:ext uri="{FF2B5EF4-FFF2-40B4-BE49-F238E27FC236}">
                <a16:creationId xmlns:a16="http://schemas.microsoft.com/office/drawing/2014/main" id="{3D14E1A4-1342-BDF1-FA77-0F2ABC41732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864" y="2434247"/>
            <a:ext cx="274321" cy="274321"/>
          </a:xfrm>
          <a:prstGeom prst="rect">
            <a:avLst/>
          </a:prstGeom>
        </p:spPr>
      </p:pic>
      <p:pic>
        <p:nvPicPr>
          <p:cNvPr id="37" name="ico-check">
            <a:extLst>
              <a:ext uri="{FF2B5EF4-FFF2-40B4-BE49-F238E27FC236}">
                <a16:creationId xmlns:a16="http://schemas.microsoft.com/office/drawing/2014/main" id="{58101BB7-7FCA-14D1-6EC3-3E418A08D45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864" y="3063728"/>
            <a:ext cx="274321" cy="274321"/>
          </a:xfrm>
          <a:prstGeom prst="rect">
            <a:avLst/>
          </a:prstGeom>
        </p:spPr>
      </p:pic>
      <p:grpSp>
        <p:nvGrpSpPr>
          <p:cNvPr id="38" name="Group 37">
            <a:extLst>
              <a:ext uri="{FF2B5EF4-FFF2-40B4-BE49-F238E27FC236}">
                <a16:creationId xmlns:a16="http://schemas.microsoft.com/office/drawing/2014/main" id="{C230675D-DF48-D454-A0A4-81E2C433EFD1}"/>
              </a:ext>
            </a:extLst>
          </p:cNvPr>
          <p:cNvGrpSpPr/>
          <p:nvPr/>
        </p:nvGrpSpPr>
        <p:grpSpPr>
          <a:xfrm>
            <a:off x="488513" y="6066368"/>
            <a:ext cx="11374326" cy="454722"/>
            <a:chOff x="519867" y="4973481"/>
            <a:chExt cx="11374326" cy="55451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47D66CB2-2FE2-8820-3199-1297982277AF}"/>
                </a:ext>
              </a:extLst>
            </p:cNvPr>
            <p:cNvSpPr/>
            <p:nvPr/>
          </p:nvSpPr>
          <p:spPr>
            <a:xfrm>
              <a:off x="3649907" y="5123084"/>
              <a:ext cx="207221" cy="332534"/>
            </a:xfrm>
            <a:prstGeom prst="rect">
              <a:avLst/>
            </a:prstGeom>
            <a:solidFill>
              <a:schemeClr val="bg1"/>
            </a:solidFill>
            <a:ln w="9525">
              <a:noFill/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" tIns="73152" rIns="73152" bIns="73152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0" name="Rectangle: Top Corners Rounded 39">
              <a:extLst>
                <a:ext uri="{FF2B5EF4-FFF2-40B4-BE49-F238E27FC236}">
                  <a16:creationId xmlns:a16="http://schemas.microsoft.com/office/drawing/2014/main" id="{4F5640F2-1A4B-B38A-30C2-47AD43B1D624}"/>
                </a:ext>
              </a:extLst>
            </p:cNvPr>
            <p:cNvSpPr>
              <a:spLocks/>
            </p:cNvSpPr>
            <p:nvPr/>
          </p:nvSpPr>
          <p:spPr>
            <a:xfrm rot="16200000">
              <a:off x="5929775" y="-436427"/>
              <a:ext cx="554510" cy="11374326"/>
            </a:xfrm>
            <a:prstGeom prst="round2SameRect">
              <a:avLst>
                <a:gd name="adj1" fmla="val 50000"/>
                <a:gd name="adj2" fmla="val 0"/>
              </a:avLst>
            </a:prstGeom>
            <a:solidFill>
              <a:schemeClr val="bg1"/>
            </a:solidFill>
            <a:ln w="9525">
              <a:noFill/>
            </a:ln>
            <a:effectLst>
              <a:outerShdw blurRad="76200" dist="25400" dir="4200009" sx="101000" sy="101000" rotWithShape="0">
                <a:srgbClr val="000000">
                  <a:alpha val="15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63F030A7-CA09-A396-4958-B99B46B0E2ED}"/>
                </a:ext>
              </a:extLst>
            </p:cNvPr>
            <p:cNvSpPr>
              <a:spLocks/>
            </p:cNvSpPr>
            <p:nvPr/>
          </p:nvSpPr>
          <p:spPr>
            <a:xfrm>
              <a:off x="621766" y="5085720"/>
              <a:ext cx="274320" cy="330029"/>
            </a:xfrm>
            <a:prstGeom prst="ellipse">
              <a:avLst/>
            </a:prstGeom>
            <a:solidFill>
              <a:srgbClr val="D8A30E"/>
            </a:solidFill>
            <a:ln w="9525">
              <a:solidFill>
                <a:schemeClr val="bg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rPr>
                <a:t>B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341B1AE9-03E3-F335-6F15-03469FBB0499}"/>
                </a:ext>
              </a:extLst>
            </p:cNvPr>
            <p:cNvSpPr/>
            <p:nvPr/>
          </p:nvSpPr>
          <p:spPr>
            <a:xfrm>
              <a:off x="1511492" y="5059739"/>
              <a:ext cx="9757146" cy="381992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bg1"/>
              </a:solidFill>
              <a:miter lim="800000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73152" tIns="73152" rIns="73152" bIns="73152" rtlCol="0" anchor="ctr"/>
            <a:lstStyle/>
            <a:p>
              <a:pPr lvl="0" defTabSz="914370">
                <a:spcBef>
                  <a:spcPts val="600"/>
                </a:spcBef>
                <a:buSzPct val="100000"/>
              </a:pPr>
              <a:r>
                <a:rPr lang="en-US" sz="1400" b="1" kern="0">
                  <a:solidFill>
                    <a:schemeClr val="tx1"/>
                  </a:solidFill>
                  <a:latin typeface="Calibri (Body)"/>
                </a:rPr>
                <a:t>Timeline FXIP development:</a:t>
              </a:r>
              <a:r>
                <a:rPr lang="en-US" sz="1400" kern="0">
                  <a:solidFill>
                    <a:schemeClr val="tx1"/>
                  </a:solidFill>
                  <a:latin typeface="Calibri (Body)"/>
                </a:rPr>
                <a:t> Testing for FXIP is experiencing delays due to lacking connectivity with Ops Hub and automation script adjustments, which could delay go-live of NXOP’s initiation integration layer (i.e., FXIP)</a:t>
              </a:r>
              <a:endParaRPr lang="en-GB" sz="1400" kern="0">
                <a:solidFill>
                  <a:schemeClr val="tx1"/>
                </a:solidFill>
                <a:latin typeface="Calibri (Body)"/>
              </a:endParaRPr>
            </a:p>
          </p:txBody>
        </p:sp>
      </p:grpSp>
      <p:sp>
        <p:nvSpPr>
          <p:cNvPr id="55" name="Rectangle 54">
            <a:extLst>
              <a:ext uri="{FF2B5EF4-FFF2-40B4-BE49-F238E27FC236}">
                <a16:creationId xmlns:a16="http://schemas.microsoft.com/office/drawing/2014/main" id="{BE3A3656-E427-019F-FFF6-02FBF3BAD516}"/>
              </a:ext>
            </a:extLst>
          </p:cNvPr>
          <p:cNvSpPr/>
          <p:nvPr/>
        </p:nvSpPr>
        <p:spPr>
          <a:xfrm>
            <a:off x="1496005" y="2997498"/>
            <a:ext cx="9784372" cy="388419"/>
          </a:xfrm>
          <a:prstGeom prst="rect">
            <a:avLst/>
          </a:prstGeom>
          <a:solidFill>
            <a:schemeClr val="bg1"/>
          </a:solidFill>
          <a:ln w="9525">
            <a:solidFill>
              <a:schemeClr val="bg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defTabSz="914370">
              <a:defRPr/>
            </a:pPr>
            <a:r>
              <a:rPr lang="en-US" sz="1600" b="1">
                <a:solidFill>
                  <a:srgbClr val="000000"/>
                </a:solidFill>
              </a:rPr>
              <a:t>Completed and documented the NXOP production environment </a:t>
            </a:r>
            <a:r>
              <a:rPr lang="en-US" sz="1600">
                <a:solidFill>
                  <a:srgbClr val="000000"/>
                </a:solidFill>
              </a:rPr>
              <a:t>on Dec 30</a:t>
            </a:r>
          </a:p>
        </p:txBody>
      </p:sp>
      <p:pic>
        <p:nvPicPr>
          <p:cNvPr id="5" name="ico-check">
            <a:extLst>
              <a:ext uri="{FF2B5EF4-FFF2-40B4-BE49-F238E27FC236}">
                <a16:creationId xmlns:a16="http://schemas.microsoft.com/office/drawing/2014/main" id="{019C5261-1DF7-20E3-482B-8FF6B4B0B3D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6864" y="3692377"/>
            <a:ext cx="274321" cy="274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8823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" name="think-cell data - do not delete" hidden="1">
            <a:extLst>
              <a:ext uri="{FF2B5EF4-FFF2-40B4-BE49-F238E27FC236}">
                <a16:creationId xmlns:a16="http://schemas.microsoft.com/office/drawing/2014/main" id="{7077FDE1-2F11-A078-DF4F-AE9C4FE4D6A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5451489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6" imgH="426" progId="TCLayout.ActiveDocument.1">
                  <p:embed/>
                </p:oleObj>
              </mc:Choice>
              <mc:Fallback>
                <p:oleObj name="think-cell Slide" r:id="rId4" imgW="426" imgH="426" progId="TCLayout.ActiveDocument.1">
                  <p:embed/>
                  <p:pic>
                    <p:nvPicPr>
                      <p:cNvPr id="1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077FDE1-2F11-A078-DF4F-AE9C4FE4D6A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AA2AFBB-CC7A-E363-6470-8E2E6FD04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Foundational blueprint workstream upcoming milestones</a:t>
            </a:r>
            <a:br>
              <a:rPr lang="en-GB"/>
            </a:br>
            <a:r>
              <a:rPr lang="en-GB" sz="1400" b="0">
                <a:solidFill>
                  <a:schemeClr val="tx1"/>
                </a:solidFill>
              </a:rPr>
              <a:t>Development of the FXIP in non-prod is delayed due to internal/external dependencies, with timelines pending clarification by 1/23; All other workstream milestones are on track</a:t>
            </a:r>
            <a:endParaRPr lang="en-GB" sz="140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4A7ED1-6796-7E1C-D0A0-04D2B9213C46}"/>
              </a:ext>
            </a:extLst>
          </p:cNvPr>
          <p:cNvGraphicFramePr>
            <a:graphicFrameLocks noGrp="1"/>
          </p:cNvGraphicFramePr>
          <p:nvPr>
            <p:ph idx="11"/>
            <p:extLst>
              <p:ext uri="{D42A27DB-BD31-4B8C-83A1-F6EECF244321}">
                <p14:modId xmlns:p14="http://schemas.microsoft.com/office/powerpoint/2010/main" val="2151026538"/>
              </p:ext>
            </p:extLst>
          </p:nvPr>
        </p:nvGraphicFramePr>
        <p:xfrm>
          <a:off x="457199" y="1398588"/>
          <a:ext cx="11277601" cy="3997960"/>
        </p:xfrm>
        <a:graphic>
          <a:graphicData uri="http://schemas.openxmlformats.org/drawingml/2006/table">
            <a:tbl>
              <a:tblPr firstRow="1" bandRow="1">
                <a:tableStyleId>{839DD9DD-9E6C-4910-8AC0-68ADFF6A6AFC}</a:tableStyleId>
              </a:tblPr>
              <a:tblGrid>
                <a:gridCol w="352334">
                  <a:extLst>
                    <a:ext uri="{9D8B030D-6E8A-4147-A177-3AD203B41FA5}">
                      <a16:colId xmlns:a16="http://schemas.microsoft.com/office/drawing/2014/main" val="918858611"/>
                    </a:ext>
                  </a:extLst>
                </a:gridCol>
                <a:gridCol w="2897833">
                  <a:extLst>
                    <a:ext uri="{9D8B030D-6E8A-4147-A177-3AD203B41FA5}">
                      <a16:colId xmlns:a16="http://schemas.microsoft.com/office/drawing/2014/main" val="1426937723"/>
                    </a:ext>
                  </a:extLst>
                </a:gridCol>
                <a:gridCol w="1177305">
                  <a:extLst>
                    <a:ext uri="{9D8B030D-6E8A-4147-A177-3AD203B41FA5}">
                      <a16:colId xmlns:a16="http://schemas.microsoft.com/office/drawing/2014/main" val="3324233714"/>
                    </a:ext>
                  </a:extLst>
                </a:gridCol>
                <a:gridCol w="1016306">
                  <a:extLst>
                    <a:ext uri="{9D8B030D-6E8A-4147-A177-3AD203B41FA5}">
                      <a16:colId xmlns:a16="http://schemas.microsoft.com/office/drawing/2014/main" val="3342105518"/>
                    </a:ext>
                  </a:extLst>
                </a:gridCol>
                <a:gridCol w="5833823">
                  <a:extLst>
                    <a:ext uri="{9D8B030D-6E8A-4147-A177-3AD203B41FA5}">
                      <a16:colId xmlns:a16="http://schemas.microsoft.com/office/drawing/2014/main" val="232070553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sz="140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Upcoming milestone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Target date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Status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Notes</a:t>
                      </a:r>
                    </a:p>
                  </a:txBody>
                  <a:tcP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50315771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endParaRPr lang="en-GB" sz="1400" b="1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Develop NXOP integration layer (FXIP) in non-prod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Jan. 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1">
                          <a:solidFill>
                            <a:srgbClr val="C00000"/>
                          </a:solidFill>
                        </a:rPr>
                        <a:t>Delayed</a:t>
                      </a:r>
                      <a:endParaRPr lang="en-GB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Working with the OpsHub team to establish connectivity for critical data required in NXOP for FXIP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5437060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endParaRPr lang="en-GB" sz="1400" b="1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Full non-prod environment ready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Jan. 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GB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chemeClr val="accent1"/>
                          </a:solidFill>
                          <a:effectLst/>
                          <a:uLnTx/>
                          <a:uFillTx/>
                          <a:latin typeface="Calibri"/>
                        </a:rPr>
                        <a:t>Complete</a:t>
                      </a:r>
                      <a:endParaRPr kumimoji="0" lang="en-GB" sz="1050" b="1" i="0" u="none" strike="noStrike" kern="0" cap="none" spc="0" normalizeH="0" baseline="0" noProof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Calibri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Demo and handover session of the non-production environment done on 1/21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90179086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endParaRPr lang="en-GB" sz="1400" b="1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Develop ASM GraphQL services in dev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Jan. 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AA networking team is developing infrastructure to connect with FAA data feeds to prevent delays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24919919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endParaRPr lang="en-GB" sz="1400" b="1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Develops FinOps strategy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Feb. 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No blockers; AA FinOps team has been engaged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2608264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endParaRPr lang="en-GB" sz="1400" b="1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Identify Crew Pay data dependencies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Feb. 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No blockers; Initial discovery sessions have started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09633107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endParaRPr lang="en-GB" sz="1400" b="1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Push FXIP to prod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Mar.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0">
                          <a:solidFill>
                            <a:schemeClr val="tx1"/>
                          </a:solidFill>
                        </a:rPr>
                        <a:t>No blockers; prod go-live timelines include a cushion for development delays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93471738"/>
                  </a:ext>
                </a:extLst>
              </a:tr>
              <a:tr h="518160">
                <a:tc>
                  <a:txBody>
                    <a:bodyPr/>
                    <a:lstStyle/>
                    <a:p>
                      <a:endParaRPr lang="en-GB" sz="1400" b="1"/>
                    </a:p>
                  </a:txBody>
                  <a:tcP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 b="1"/>
                        <a:t>Push ASM to prod</a:t>
                      </a:r>
                    </a:p>
                  </a:txBody>
                  <a:tcPr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1400"/>
                        <a:t>Mar. 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GB" sz="1400" b="1" i="0" u="none" strike="noStrike" kern="0" cap="none" spc="0" normalizeH="0" baseline="0" noProof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Calibri"/>
                          <a:ea typeface="+mn-ea"/>
                          <a:cs typeface="+mn-cs"/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GB" sz="1400" b="0">
                          <a:solidFill>
                            <a:schemeClr val="tx1"/>
                          </a:solidFill>
                        </a:rPr>
                        <a:t>No blockers; prod go-live timelines include a cushion for development delays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93117189"/>
                  </a:ext>
                </a:extLst>
              </a:tr>
            </a:tbl>
          </a:graphicData>
        </a:graphic>
      </p:graphicFrame>
      <p:sp>
        <p:nvSpPr>
          <p:cNvPr id="7" name="Oval 6">
            <a:extLst>
              <a:ext uri="{FF2B5EF4-FFF2-40B4-BE49-F238E27FC236}">
                <a16:creationId xmlns:a16="http://schemas.microsoft.com/office/drawing/2014/main" id="{FCDD3F08-45E5-CE69-DCA9-E10D061E852E}"/>
              </a:ext>
            </a:extLst>
          </p:cNvPr>
          <p:cNvSpPr>
            <a:spLocks/>
          </p:cNvSpPr>
          <p:nvPr/>
        </p:nvSpPr>
        <p:spPr>
          <a:xfrm>
            <a:off x="496206" y="1891348"/>
            <a:ext cx="274320" cy="27432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D40B9C5-8A26-0020-2473-D5017D60B8FC}"/>
              </a:ext>
            </a:extLst>
          </p:cNvPr>
          <p:cNvSpPr>
            <a:spLocks/>
          </p:cNvSpPr>
          <p:nvPr/>
        </p:nvSpPr>
        <p:spPr>
          <a:xfrm>
            <a:off x="496206" y="2409508"/>
            <a:ext cx="274320" cy="27432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B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7E2A9A86-FC08-C039-4F30-3A98562A1168}"/>
              </a:ext>
            </a:extLst>
          </p:cNvPr>
          <p:cNvSpPr>
            <a:spLocks/>
          </p:cNvSpPr>
          <p:nvPr/>
        </p:nvSpPr>
        <p:spPr>
          <a:xfrm>
            <a:off x="496206" y="2927668"/>
            <a:ext cx="274320" cy="27432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C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B44E0A1-ECAA-5178-4C24-9AAF12EBFB1B}"/>
              </a:ext>
            </a:extLst>
          </p:cNvPr>
          <p:cNvSpPr>
            <a:spLocks/>
          </p:cNvSpPr>
          <p:nvPr/>
        </p:nvSpPr>
        <p:spPr>
          <a:xfrm>
            <a:off x="496206" y="3445828"/>
            <a:ext cx="274320" cy="27432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D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7B8929C-FD82-281F-8766-A47241E3B30F}"/>
              </a:ext>
            </a:extLst>
          </p:cNvPr>
          <p:cNvSpPr>
            <a:spLocks/>
          </p:cNvSpPr>
          <p:nvPr/>
        </p:nvSpPr>
        <p:spPr>
          <a:xfrm>
            <a:off x="496206" y="3963988"/>
            <a:ext cx="274320" cy="27432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>
                <a:solidFill>
                  <a:srgbClr val="FFFFFF"/>
                </a:solidFill>
                <a:latin typeface="Calibri"/>
              </a:rPr>
              <a:t>E</a:t>
            </a:r>
            <a:endParaRPr kumimoji="0" lang="en-US" sz="16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0D56CC1-135D-D24E-9782-D309F86DD3A2}"/>
              </a:ext>
            </a:extLst>
          </p:cNvPr>
          <p:cNvSpPr>
            <a:spLocks/>
          </p:cNvSpPr>
          <p:nvPr/>
        </p:nvSpPr>
        <p:spPr>
          <a:xfrm>
            <a:off x="496206" y="4482148"/>
            <a:ext cx="274320" cy="27432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F</a:t>
            </a:r>
          </a:p>
        </p:txBody>
      </p:sp>
      <p:sp>
        <p:nvSpPr>
          <p:cNvPr id="17" name="DTP_Label|3">
            <a:extLst>
              <a:ext uri="{FF2B5EF4-FFF2-40B4-BE49-F238E27FC236}">
                <a16:creationId xmlns:a16="http://schemas.microsoft.com/office/drawing/2014/main" id="{07068050-5976-6379-DA48-7C10D2787451}"/>
              </a:ext>
            </a:extLst>
          </p:cNvPr>
          <p:cNvSpPr/>
          <p:nvPr/>
        </p:nvSpPr>
        <p:spPr>
          <a:xfrm>
            <a:off x="11080745" y="82520"/>
            <a:ext cx="813428" cy="248530"/>
          </a:xfrm>
          <a:prstGeom prst="rect">
            <a:avLst/>
          </a:prstGeom>
          <a:noFill/>
          <a:ln w="9525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43" tIns="46863" rIns="90043" bIns="46863" rtlCol="0" anchor="b">
            <a:spAutoFit/>
          </a:bodyPr>
          <a:lstStyle/>
          <a:p>
            <a:r>
              <a:rPr lang="en-US" sz="1000" kern="0">
                <a:solidFill>
                  <a:schemeClr val="tx2"/>
                </a:solidFill>
              </a:rPr>
              <a:t>Confidential</a:t>
            </a:r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EFF0141-DE3C-31DD-5E89-5BF989EFBF50}"/>
              </a:ext>
            </a:extLst>
          </p:cNvPr>
          <p:cNvSpPr>
            <a:spLocks/>
          </p:cNvSpPr>
          <p:nvPr/>
        </p:nvSpPr>
        <p:spPr>
          <a:xfrm>
            <a:off x="496206" y="5000308"/>
            <a:ext cx="274320" cy="274320"/>
          </a:xfrm>
          <a:prstGeom prst="ellipse">
            <a:avLst/>
          </a:prstGeom>
          <a:solidFill>
            <a:schemeClr val="tx2"/>
          </a:solidFill>
          <a:ln w="9525">
            <a:solidFill>
              <a:schemeClr val="bg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</a:t>
            </a:r>
          </a:p>
        </p:txBody>
      </p:sp>
    </p:spTree>
    <p:extLst>
      <p:ext uri="{BB962C8B-B14F-4D97-AF65-F5344CB8AC3E}">
        <p14:creationId xmlns:p14="http://schemas.microsoft.com/office/powerpoint/2010/main" val="440314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1093E5-999D-885C-7F73-FB09BD6F5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A852DAE-34F7-4535-F0D5-D38195B9CD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5680" y="3665728"/>
            <a:ext cx="10473944" cy="492443"/>
          </a:xfrm>
        </p:spPr>
        <p:txBody>
          <a:bodyPr/>
          <a:lstStyle/>
          <a:p>
            <a:r>
              <a:rPr lang="en-US" kern="1200"/>
              <a:t>Data strategy and governance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62B33FF-EEA7-FBAE-0B57-F672DC4C49A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450255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8654DFC2-162A-122C-A3EC-E4616FEB8A0D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452687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54" imgH="456" progId="TCLayout.ActiveDocument.1">
                  <p:embed/>
                </p:oleObj>
              </mc:Choice>
              <mc:Fallback>
                <p:oleObj name="think-cell Slide" r:id="rId4" imgW="454" imgH="45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654DFC2-162A-122C-A3EC-E4616FEB8A0D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7A189715-37D1-3A9B-0507-A05D4C2CF5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NXOP Data Strategy &amp; Governance</a:t>
            </a:r>
            <a:br>
              <a:rPr lang="en-GB"/>
            </a:br>
            <a:r>
              <a:rPr lang="en-GB" sz="1400" b="0">
                <a:solidFill>
                  <a:schemeClr val="tx1"/>
                </a:solidFill>
              </a:rPr>
              <a:t>How are we approaching data strategy, governance, and modelling standards to ensure alignment between NXOP, legacy platforms, new applications, and vended solutions?  </a:t>
            </a:r>
          </a:p>
        </p:txBody>
      </p:sp>
      <p:sp>
        <p:nvSpPr>
          <p:cNvPr id="3" name="DTP_Label|3">
            <a:extLst>
              <a:ext uri="{FF2B5EF4-FFF2-40B4-BE49-F238E27FC236}">
                <a16:creationId xmlns:a16="http://schemas.microsoft.com/office/drawing/2014/main" id="{FD071E2E-7060-C9E7-793B-79C5EE39F711}"/>
              </a:ext>
            </a:extLst>
          </p:cNvPr>
          <p:cNvSpPr/>
          <p:nvPr/>
        </p:nvSpPr>
        <p:spPr>
          <a:xfrm>
            <a:off x="11080745" y="82520"/>
            <a:ext cx="813428" cy="248530"/>
          </a:xfrm>
          <a:prstGeom prst="rect">
            <a:avLst/>
          </a:prstGeom>
          <a:noFill/>
          <a:ln w="9525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43" tIns="46863" rIns="90043" bIns="46863" rtlCol="0" anchor="b">
            <a:spAutoFit/>
          </a:bodyPr>
          <a:lstStyle/>
          <a:p>
            <a:r>
              <a:rPr lang="en-US" sz="1000" kern="0">
                <a:solidFill>
                  <a:schemeClr val="tx2"/>
                </a:solidFill>
              </a:rPr>
              <a:t>Confidential</a:t>
            </a:r>
            <a:endParaRPr lang="en-US"/>
          </a:p>
        </p:txBody>
      </p:sp>
      <p:sp>
        <p:nvSpPr>
          <p:cNvPr id="5" name="DTP_Label|3">
            <a:extLst>
              <a:ext uri="{FF2B5EF4-FFF2-40B4-BE49-F238E27FC236}">
                <a16:creationId xmlns:a16="http://schemas.microsoft.com/office/drawing/2014/main" id="{FC39424D-585D-868E-DF3C-32FBC27F0304}"/>
              </a:ext>
            </a:extLst>
          </p:cNvPr>
          <p:cNvSpPr/>
          <p:nvPr/>
        </p:nvSpPr>
        <p:spPr>
          <a:xfrm>
            <a:off x="11446229" y="368298"/>
            <a:ext cx="447944" cy="24853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43" tIns="46863" rIns="90043" bIns="46863" rtlCol="0" anchor="b">
            <a:spAutoFit/>
          </a:bodyPr>
          <a:lstStyle/>
          <a:p>
            <a:pPr algn="r"/>
            <a:r>
              <a:rPr lang="en-US" sz="1000" kern="0">
                <a:solidFill>
                  <a:srgbClr val="C00000"/>
                </a:solidFill>
              </a:rPr>
              <a:t>Draft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18209792-34D9-73F7-E0B5-7D82F5FB4DDB}"/>
              </a:ext>
            </a:extLst>
          </p:cNvPr>
          <p:cNvSpPr/>
          <p:nvPr/>
        </p:nvSpPr>
        <p:spPr>
          <a:xfrm>
            <a:off x="6048373" y="1379192"/>
            <a:ext cx="5583728" cy="5288431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r>
              <a:rPr lang="en-GB" sz="1400" b="1" kern="0">
                <a:solidFill>
                  <a:schemeClr val="tx1"/>
                </a:solidFill>
              </a:rPr>
              <a:t>Discussion Topics (not exhaustive)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Who will be accountable for defining NXOP data strategy, governance, ownership, data quality, and other foundational principles ?</a:t>
            </a:r>
            <a:endParaRPr lang="en-GB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Who will be accountable for defining the business data model, data catalogue and metadata management, and technical stewardship?</a:t>
            </a:r>
            <a:endParaRPr lang="en-GB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How will vendor solution data structures influence NXOP?</a:t>
            </a:r>
            <a:endParaRPr lang="en-GB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  <a:ea typeface="Calibri"/>
                <a:cs typeface="Calibri"/>
              </a:rPr>
              <a:t>How will NXOP standards align with broader enterprise data strategy?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What is the approach to ensuring NXOP accommodates legacy data models while enabling innovation and improvement?</a:t>
            </a:r>
            <a:endParaRPr lang="en-GB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What guiding principles and standards will inform NXOP data impacts to downstream systems? Who is responsible for ensuring compliance?</a:t>
            </a:r>
            <a:endParaRPr lang="en-GB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kern="0">
                <a:solidFill>
                  <a:schemeClr val="tx1"/>
                </a:solidFill>
              </a:rPr>
              <a:t>What are the business/functional requirements for data (e.g., historical data retention, snapshots, privacy and regulatory compliance, data residency, data lineage tracking, etc.)?</a:t>
            </a:r>
            <a:endParaRPr lang="en-US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sz="1400" kern="0">
                <a:solidFill>
                  <a:schemeClr val="tx1"/>
                </a:solidFill>
              </a:rPr>
              <a:t>What are the non-functional requirements (e.g., security controls, compliance controls, latency, availability, velocity, etc.) that need to be adhered to?</a:t>
            </a:r>
            <a:endParaRPr lang="en-US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Who is responsible for ensuring data standards compliance (E.g. Transactional workloads, day-of optimizers, long-term analytics)?</a:t>
            </a:r>
            <a:endParaRPr lang="en-GB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How should “data products” be considered in the context of NXOP?</a:t>
            </a:r>
            <a:endParaRPr lang="en-GB" sz="1400" kern="0">
              <a:solidFill>
                <a:schemeClr val="tx1"/>
              </a:solidFill>
              <a:ea typeface="Calibri"/>
              <a:cs typeface="Calibri"/>
            </a:endParaRP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  <a:ea typeface="Calibri"/>
                <a:cs typeface="Calibri"/>
              </a:rPr>
              <a:t>How do we ensure AI-readiness of NXOP data?</a:t>
            </a:r>
          </a:p>
          <a:p>
            <a:pPr marL="285750" indent="-285750">
              <a:spcAft>
                <a:spcPts val="300"/>
              </a:spcAft>
              <a:buFont typeface="Arial" panose="020B0604020202020204" pitchFamily="34" charset="0"/>
              <a:buChar char="•"/>
            </a:pPr>
            <a:endParaRPr lang="en-US" sz="1400" kern="0">
              <a:solidFill>
                <a:schemeClr val="tx1"/>
              </a:solidFill>
              <a:ea typeface="Calibri"/>
              <a:cs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AADDB2C7-17B3-E497-BAE4-345AD97CD42F}"/>
              </a:ext>
            </a:extLst>
          </p:cNvPr>
          <p:cNvSpPr/>
          <p:nvPr/>
        </p:nvSpPr>
        <p:spPr>
          <a:xfrm>
            <a:off x="457198" y="1369668"/>
            <a:ext cx="5577840" cy="4283846"/>
          </a:xfrm>
          <a:prstGeom prst="rect">
            <a:avLst/>
          </a:prstGeom>
          <a:noFill/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r>
              <a:rPr lang="en-GB" sz="1400" kern="0">
                <a:solidFill>
                  <a:schemeClr val="tx1"/>
                </a:solidFill>
              </a:rPr>
              <a:t>As FXIP prepares for its transition to a production environment, and data integration with the first AA systems is set to commence, it is imperative to formalize a data strategy and governance framework.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400" kern="0">
              <a:solidFill>
                <a:schemeClr val="tx1"/>
              </a:solidFill>
            </a:endParaRPr>
          </a:p>
          <a:p>
            <a:r>
              <a:rPr lang="en-GB" sz="1400" b="1" kern="0">
                <a:solidFill>
                  <a:schemeClr val="tx1"/>
                </a:solidFill>
              </a:rPr>
              <a:t>Now is the right time to revisit this discussion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The NXOP team discussed Data Management as a persistent theme during PI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The systems implementation workstream has started to discuss data requests from the first movers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1400" kern="0">
              <a:solidFill>
                <a:schemeClr val="tx1"/>
              </a:solidFill>
            </a:endParaRPr>
          </a:p>
          <a:p>
            <a:r>
              <a:rPr lang="en-GB" sz="1400" b="1" kern="0">
                <a:solidFill>
                  <a:schemeClr val="tx1"/>
                </a:solidFill>
              </a:rPr>
              <a:t>How do we want to proceed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1400" kern="0">
                <a:solidFill>
                  <a:schemeClr val="tx1"/>
                </a:solidFill>
              </a:rPr>
              <a:t>Lakshmi Lanka, Kevin Keyes, and Oliver Wyman have agreed to coordinate multiple working sessions in the upcoming weeks to clarify current state and expand on existing methods and resource requirements</a:t>
            </a:r>
          </a:p>
        </p:txBody>
      </p:sp>
      <p:sp>
        <p:nvSpPr>
          <p:cNvPr id="7" name="Rectangular Callout 6">
            <a:extLst>
              <a:ext uri="{FF2B5EF4-FFF2-40B4-BE49-F238E27FC236}">
                <a16:creationId xmlns:a16="http://schemas.microsoft.com/office/drawing/2014/main" id="{DA2C0D3D-5EF9-4332-65CB-22CA8CCEE8C3}"/>
              </a:ext>
            </a:extLst>
          </p:cNvPr>
          <p:cNvSpPr/>
          <p:nvPr/>
        </p:nvSpPr>
        <p:spPr>
          <a:xfrm>
            <a:off x="9836574" y="1086592"/>
            <a:ext cx="2169379" cy="586163"/>
          </a:xfrm>
          <a:prstGeom prst="wedgeRectCallout">
            <a:avLst>
              <a:gd name="adj1" fmla="val -94442"/>
              <a:gd name="adj2" fmla="val 28274"/>
            </a:avLst>
          </a:prstGeom>
          <a:solidFill>
            <a:srgbClr val="FFECAF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US" sz="1400" kern="0">
                <a:solidFill>
                  <a:schemeClr val="tx1"/>
                </a:solidFill>
              </a:rPr>
              <a:t>Are there other questions we need to answer?</a:t>
            </a:r>
          </a:p>
        </p:txBody>
      </p:sp>
    </p:spTree>
    <p:extLst>
      <p:ext uri="{BB962C8B-B14F-4D97-AF65-F5344CB8AC3E}">
        <p14:creationId xmlns:p14="http://schemas.microsoft.com/office/powerpoint/2010/main" val="37807081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AA006D-994A-444F-4983-11E02B8971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C6E017F4-DB68-7B39-5804-FE9BAFE73910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54" imgH="456" progId="TCLayout.ActiveDocument.1">
                  <p:embed/>
                </p:oleObj>
              </mc:Choice>
              <mc:Fallback>
                <p:oleObj name="think-cell Slide" r:id="rId4" imgW="454" imgH="45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6E017F4-DB68-7B39-5804-FE9BAFE7391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1F7ADBD3-6CC3-E8F6-A789-50D1596C7E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NXOP Data Model Strategy &amp; Governance</a:t>
            </a:r>
            <a:br>
              <a:rPr lang="en-GB"/>
            </a:br>
            <a:r>
              <a:rPr lang="en-GB" sz="2000" b="0" i="1"/>
              <a:t>For discussion</a:t>
            </a:r>
            <a:r>
              <a:rPr lang="en-GB" sz="2000"/>
              <a:t>  </a:t>
            </a:r>
          </a:p>
        </p:txBody>
      </p:sp>
      <p:sp>
        <p:nvSpPr>
          <p:cNvPr id="3" name="DTP_Label|3">
            <a:extLst>
              <a:ext uri="{FF2B5EF4-FFF2-40B4-BE49-F238E27FC236}">
                <a16:creationId xmlns:a16="http://schemas.microsoft.com/office/drawing/2014/main" id="{9B6A7EE1-A14B-5BE1-0182-D6D8DDEFDB39}"/>
              </a:ext>
            </a:extLst>
          </p:cNvPr>
          <p:cNvSpPr/>
          <p:nvPr/>
        </p:nvSpPr>
        <p:spPr>
          <a:xfrm>
            <a:off x="11080745" y="82520"/>
            <a:ext cx="813428" cy="248530"/>
          </a:xfrm>
          <a:prstGeom prst="rect">
            <a:avLst/>
          </a:prstGeom>
          <a:noFill/>
          <a:ln w="9525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43" tIns="46863" rIns="90043" bIns="46863" rtlCol="0" anchor="b">
            <a:spAutoFit/>
          </a:bodyPr>
          <a:lstStyle/>
          <a:p>
            <a:r>
              <a:rPr lang="en-US" sz="1000" kern="0">
                <a:solidFill>
                  <a:schemeClr val="tx2"/>
                </a:solidFill>
              </a:rPr>
              <a:t>Confidential</a:t>
            </a:r>
            <a:endParaRPr lang="en-US"/>
          </a:p>
        </p:txBody>
      </p:sp>
      <p:sp>
        <p:nvSpPr>
          <p:cNvPr id="5" name="DTP_Label|3">
            <a:extLst>
              <a:ext uri="{FF2B5EF4-FFF2-40B4-BE49-F238E27FC236}">
                <a16:creationId xmlns:a16="http://schemas.microsoft.com/office/drawing/2014/main" id="{25B46793-9AB1-FC37-8F54-EDDF5F08F0F7}"/>
              </a:ext>
            </a:extLst>
          </p:cNvPr>
          <p:cNvSpPr/>
          <p:nvPr/>
        </p:nvSpPr>
        <p:spPr>
          <a:xfrm>
            <a:off x="11446229" y="368298"/>
            <a:ext cx="447944" cy="24853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43" tIns="46863" rIns="90043" bIns="46863" rtlCol="0" anchor="b">
            <a:spAutoFit/>
          </a:bodyPr>
          <a:lstStyle/>
          <a:p>
            <a:pPr algn="r"/>
            <a:r>
              <a:rPr lang="en-US" sz="1000" kern="0">
                <a:solidFill>
                  <a:srgbClr val="C00000"/>
                </a:solidFill>
              </a:rPr>
              <a:t>Draft</a:t>
            </a:r>
          </a:p>
        </p:txBody>
      </p: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FD098D78-CAF9-308B-B957-E75528668EB4}"/>
              </a:ext>
            </a:extLst>
          </p:cNvPr>
          <p:cNvSpPr/>
          <p:nvPr/>
        </p:nvSpPr>
        <p:spPr>
          <a:xfrm>
            <a:off x="1961637" y="4642950"/>
            <a:ext cx="8353938" cy="198644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Build a governed, </a:t>
            </a:r>
            <a:r>
              <a:rPr lang="en-US" sz="1400" i="1">
                <a:solidFill>
                  <a:schemeClr val="tx1"/>
                </a:solidFill>
              </a:rPr>
              <a:t>canonical</a:t>
            </a:r>
            <a:r>
              <a:rPr lang="en-US" sz="1400">
                <a:solidFill>
                  <a:schemeClr val="tx1"/>
                </a:solidFill>
              </a:rPr>
              <a:t> domain data model as the single source of semantic truth for operations.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Use </a:t>
            </a:r>
            <a:r>
              <a:rPr lang="en-US" sz="1400" b="1">
                <a:solidFill>
                  <a:schemeClr val="tx1"/>
                </a:solidFill>
              </a:rPr>
              <a:t>data contracts + schema registries + APIs</a:t>
            </a:r>
            <a:r>
              <a:rPr lang="en-US" sz="1400">
                <a:solidFill>
                  <a:schemeClr val="tx1"/>
                </a:solidFill>
              </a:rPr>
              <a:t> to guarantee integration between legacy, new, and vendor systems.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Establish a formal </a:t>
            </a:r>
            <a:r>
              <a:rPr lang="en-US" sz="1400" b="1">
                <a:solidFill>
                  <a:schemeClr val="tx1"/>
                </a:solidFill>
              </a:rPr>
              <a:t>data governance and product model</a:t>
            </a:r>
            <a:r>
              <a:rPr lang="en-US" sz="1400">
                <a:solidFill>
                  <a:schemeClr val="tx1"/>
                </a:solidFill>
              </a:rPr>
              <a:t> (roles, workflows, standards) to guide intentional evolution.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400">
                <a:solidFill>
                  <a:schemeClr val="tx1"/>
                </a:solidFill>
              </a:rPr>
              <a:t>Deliver this through an incremental program: design canonical model → implement interoperability layer (APIs, adapters) → migrate &amp; validate → operate &amp; evolve with metrics.</a:t>
            </a:r>
          </a:p>
        </p:txBody>
      </p:sp>
      <p:sp>
        <p:nvSpPr>
          <p:cNvPr id="50" name="Isosceles Triangle 49">
            <a:extLst>
              <a:ext uri="{FF2B5EF4-FFF2-40B4-BE49-F238E27FC236}">
                <a16:creationId xmlns:a16="http://schemas.microsoft.com/office/drawing/2014/main" id="{20C8F597-70CC-BFE7-DBD5-BC31BE8B343A}"/>
              </a:ext>
            </a:extLst>
          </p:cNvPr>
          <p:cNvSpPr/>
          <p:nvPr/>
        </p:nvSpPr>
        <p:spPr>
          <a:xfrm>
            <a:off x="4307878" y="4338151"/>
            <a:ext cx="449761" cy="303375"/>
          </a:xfrm>
          <a:prstGeom prst="triangle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1400" kern="0" err="1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30E12FC-0FB5-B092-3EF0-8C6364AF5055}"/>
              </a:ext>
            </a:extLst>
          </p:cNvPr>
          <p:cNvSpPr/>
          <p:nvPr/>
        </p:nvSpPr>
        <p:spPr>
          <a:xfrm>
            <a:off x="5099796" y="1403426"/>
            <a:ext cx="3068953" cy="3129093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pPr algn="ctr"/>
            <a:r>
              <a:rPr lang="en-GB" sz="1400" kern="0">
                <a:solidFill>
                  <a:schemeClr val="tx1"/>
                </a:solidFill>
              </a:rPr>
              <a:t>NXOP</a:t>
            </a:r>
          </a:p>
        </p:txBody>
      </p:sp>
      <p:sp>
        <p:nvSpPr>
          <p:cNvPr id="8" name="Flowchart: Magnetic Disk 15">
            <a:extLst>
              <a:ext uri="{FF2B5EF4-FFF2-40B4-BE49-F238E27FC236}">
                <a16:creationId xmlns:a16="http://schemas.microsoft.com/office/drawing/2014/main" id="{5E1938E6-C164-E9A5-D29B-01E06289D89C}"/>
              </a:ext>
            </a:extLst>
          </p:cNvPr>
          <p:cNvSpPr/>
          <p:nvPr/>
        </p:nvSpPr>
        <p:spPr>
          <a:xfrm>
            <a:off x="5469612" y="1996391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700" kern="0">
                <a:solidFill>
                  <a:schemeClr val="tx1"/>
                </a:solidFill>
              </a:rPr>
              <a:t>Flights</a:t>
            </a:r>
          </a:p>
        </p:txBody>
      </p:sp>
      <p:sp>
        <p:nvSpPr>
          <p:cNvPr id="9" name="Flowchart: Magnetic Disk 16">
            <a:extLst>
              <a:ext uri="{FF2B5EF4-FFF2-40B4-BE49-F238E27FC236}">
                <a16:creationId xmlns:a16="http://schemas.microsoft.com/office/drawing/2014/main" id="{0553546B-EFB5-326C-D970-E131F5B775C0}"/>
              </a:ext>
            </a:extLst>
          </p:cNvPr>
          <p:cNvSpPr/>
          <p:nvPr/>
        </p:nvSpPr>
        <p:spPr>
          <a:xfrm>
            <a:off x="6319696" y="1996390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700" kern="0">
                <a:solidFill>
                  <a:schemeClr val="tx1"/>
                </a:solidFill>
              </a:rPr>
              <a:t>Crew</a:t>
            </a:r>
          </a:p>
        </p:txBody>
      </p:sp>
      <p:sp>
        <p:nvSpPr>
          <p:cNvPr id="10" name="Flowchart: Magnetic Disk 17">
            <a:extLst>
              <a:ext uri="{FF2B5EF4-FFF2-40B4-BE49-F238E27FC236}">
                <a16:creationId xmlns:a16="http://schemas.microsoft.com/office/drawing/2014/main" id="{9DEEFCC5-2ADD-27EA-251F-93E48EDAF6E2}"/>
              </a:ext>
            </a:extLst>
          </p:cNvPr>
          <p:cNvSpPr/>
          <p:nvPr/>
        </p:nvSpPr>
        <p:spPr>
          <a:xfrm>
            <a:off x="5469612" y="3626101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700" kern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1" name="Flowchart: Magnetic Disk 18">
            <a:extLst>
              <a:ext uri="{FF2B5EF4-FFF2-40B4-BE49-F238E27FC236}">
                <a16:creationId xmlns:a16="http://schemas.microsoft.com/office/drawing/2014/main" id="{1EB484DB-018E-9567-BEB8-0AB68255AAF2}"/>
              </a:ext>
            </a:extLst>
          </p:cNvPr>
          <p:cNvSpPr/>
          <p:nvPr/>
        </p:nvSpPr>
        <p:spPr>
          <a:xfrm>
            <a:off x="6319696" y="3626101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700" kern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2" name="Flowchart: Magnetic Disk 19">
            <a:extLst>
              <a:ext uri="{FF2B5EF4-FFF2-40B4-BE49-F238E27FC236}">
                <a16:creationId xmlns:a16="http://schemas.microsoft.com/office/drawing/2014/main" id="{0C579832-916D-E16D-DE0D-F7F8C5FEDCD9}"/>
              </a:ext>
            </a:extLst>
          </p:cNvPr>
          <p:cNvSpPr/>
          <p:nvPr/>
        </p:nvSpPr>
        <p:spPr>
          <a:xfrm>
            <a:off x="5469612" y="2811246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700" kern="0">
                <a:solidFill>
                  <a:schemeClr val="tx1"/>
                </a:solidFill>
              </a:rPr>
              <a:t>Load</a:t>
            </a:r>
          </a:p>
        </p:txBody>
      </p:sp>
      <p:sp>
        <p:nvSpPr>
          <p:cNvPr id="13" name="Flowchart: Magnetic Disk 20">
            <a:extLst>
              <a:ext uri="{FF2B5EF4-FFF2-40B4-BE49-F238E27FC236}">
                <a16:creationId xmlns:a16="http://schemas.microsoft.com/office/drawing/2014/main" id="{EFF7D2C6-8689-EED2-92C9-FE3F1348A771}"/>
              </a:ext>
            </a:extLst>
          </p:cNvPr>
          <p:cNvSpPr/>
          <p:nvPr/>
        </p:nvSpPr>
        <p:spPr>
          <a:xfrm>
            <a:off x="6319696" y="2811246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700" kern="0">
                <a:solidFill>
                  <a:schemeClr val="tx1"/>
                </a:solidFill>
              </a:rPr>
              <a:t>?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B41B500-DE90-2522-5ADF-CBF05D7747AC}"/>
              </a:ext>
            </a:extLst>
          </p:cNvPr>
          <p:cNvSpPr/>
          <p:nvPr/>
        </p:nvSpPr>
        <p:spPr>
          <a:xfrm>
            <a:off x="1961636" y="1403426"/>
            <a:ext cx="2000774" cy="15239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pPr algn="ctr"/>
            <a:r>
              <a:rPr lang="en-GB" sz="1400" kern="0">
                <a:solidFill>
                  <a:schemeClr val="tx1"/>
                </a:solidFill>
              </a:rPr>
              <a:t>FOS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F715F55-2673-53B4-3F13-552341B344B4}"/>
              </a:ext>
            </a:extLst>
          </p:cNvPr>
          <p:cNvSpPr/>
          <p:nvPr/>
        </p:nvSpPr>
        <p:spPr>
          <a:xfrm>
            <a:off x="1961636" y="3008520"/>
            <a:ext cx="2000774" cy="15239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pPr algn="ctr"/>
            <a:r>
              <a:rPr lang="en-GB" sz="1400" kern="0">
                <a:solidFill>
                  <a:schemeClr val="tx1"/>
                </a:solidFill>
              </a:rPr>
              <a:t>Legacy Solutions</a:t>
            </a:r>
          </a:p>
        </p:txBody>
      </p:sp>
      <p:sp>
        <p:nvSpPr>
          <p:cNvPr id="41" name="Flowchart: Magnetic Disk 25">
            <a:extLst>
              <a:ext uri="{FF2B5EF4-FFF2-40B4-BE49-F238E27FC236}">
                <a16:creationId xmlns:a16="http://schemas.microsoft.com/office/drawing/2014/main" id="{E46FEE44-96BB-9368-E4B3-80406E62106A}"/>
              </a:ext>
            </a:extLst>
          </p:cNvPr>
          <p:cNvSpPr/>
          <p:nvPr/>
        </p:nvSpPr>
        <p:spPr>
          <a:xfrm>
            <a:off x="2331451" y="3626101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700" kern="0">
              <a:solidFill>
                <a:schemeClr val="tx1"/>
              </a:solidFill>
            </a:endParaRPr>
          </a:p>
        </p:txBody>
      </p:sp>
      <p:sp>
        <p:nvSpPr>
          <p:cNvPr id="44" name="Flowchart: Magnetic Disk 26">
            <a:extLst>
              <a:ext uri="{FF2B5EF4-FFF2-40B4-BE49-F238E27FC236}">
                <a16:creationId xmlns:a16="http://schemas.microsoft.com/office/drawing/2014/main" id="{1DAD22D4-C890-C550-6BE2-7CAF330D5139}"/>
              </a:ext>
            </a:extLst>
          </p:cNvPr>
          <p:cNvSpPr/>
          <p:nvPr/>
        </p:nvSpPr>
        <p:spPr>
          <a:xfrm>
            <a:off x="3181535" y="3626101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700" kern="0">
              <a:solidFill>
                <a:schemeClr val="tx1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CAF6330-6105-45F6-AD65-13B05EAAACDE}"/>
              </a:ext>
            </a:extLst>
          </p:cNvPr>
          <p:cNvSpPr/>
          <p:nvPr/>
        </p:nvSpPr>
        <p:spPr>
          <a:xfrm>
            <a:off x="8237959" y="1403426"/>
            <a:ext cx="2000774" cy="15239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pPr algn="ctr"/>
            <a:r>
              <a:rPr lang="en-GB" sz="1400" kern="0">
                <a:solidFill>
                  <a:schemeClr val="tx1"/>
                </a:solidFill>
              </a:rPr>
              <a:t>Custom Solutions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18ADF43-B88D-A7DF-8B3C-711D86ED50BE}"/>
              </a:ext>
            </a:extLst>
          </p:cNvPr>
          <p:cNvSpPr/>
          <p:nvPr/>
        </p:nvSpPr>
        <p:spPr>
          <a:xfrm>
            <a:off x="8237959" y="3008520"/>
            <a:ext cx="2000774" cy="152399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t"/>
          <a:lstStyle/>
          <a:p>
            <a:pPr algn="ctr"/>
            <a:r>
              <a:rPr lang="en-GB" sz="1400" kern="0">
                <a:solidFill>
                  <a:schemeClr val="tx1"/>
                </a:solidFill>
              </a:rPr>
              <a:t>Vendor Solutions</a:t>
            </a:r>
          </a:p>
        </p:txBody>
      </p:sp>
      <p:sp>
        <p:nvSpPr>
          <p:cNvPr id="55" name="Flowchart: Magnetic Disk 28">
            <a:extLst>
              <a:ext uri="{FF2B5EF4-FFF2-40B4-BE49-F238E27FC236}">
                <a16:creationId xmlns:a16="http://schemas.microsoft.com/office/drawing/2014/main" id="{1A35F636-F242-E972-7EBC-FBB22D76B8E4}"/>
              </a:ext>
            </a:extLst>
          </p:cNvPr>
          <p:cNvSpPr/>
          <p:nvPr/>
        </p:nvSpPr>
        <p:spPr>
          <a:xfrm>
            <a:off x="8607774" y="1996390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700" kern="0">
              <a:solidFill>
                <a:schemeClr val="tx1"/>
              </a:solidFill>
            </a:endParaRPr>
          </a:p>
        </p:txBody>
      </p:sp>
      <p:sp>
        <p:nvSpPr>
          <p:cNvPr id="56" name="Flowchart: Magnetic Disk 29">
            <a:extLst>
              <a:ext uri="{FF2B5EF4-FFF2-40B4-BE49-F238E27FC236}">
                <a16:creationId xmlns:a16="http://schemas.microsoft.com/office/drawing/2014/main" id="{73BFE9E4-8B8B-EB2C-0070-C8291FEA9618}"/>
              </a:ext>
            </a:extLst>
          </p:cNvPr>
          <p:cNvSpPr/>
          <p:nvPr/>
        </p:nvSpPr>
        <p:spPr>
          <a:xfrm>
            <a:off x="9457858" y="1996390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700" kern="0">
              <a:solidFill>
                <a:schemeClr val="tx1"/>
              </a:solidFill>
            </a:endParaRPr>
          </a:p>
        </p:txBody>
      </p:sp>
      <p:sp>
        <p:nvSpPr>
          <p:cNvPr id="57" name="Flowchart: Magnetic Disk 31">
            <a:extLst>
              <a:ext uri="{FF2B5EF4-FFF2-40B4-BE49-F238E27FC236}">
                <a16:creationId xmlns:a16="http://schemas.microsoft.com/office/drawing/2014/main" id="{02DD090E-3CE9-1645-53D4-41490F745BFA}"/>
              </a:ext>
            </a:extLst>
          </p:cNvPr>
          <p:cNvSpPr/>
          <p:nvPr/>
        </p:nvSpPr>
        <p:spPr>
          <a:xfrm>
            <a:off x="8607774" y="3626101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700" kern="0">
              <a:solidFill>
                <a:schemeClr val="tx1"/>
              </a:solidFill>
            </a:endParaRPr>
          </a:p>
        </p:txBody>
      </p:sp>
      <p:sp>
        <p:nvSpPr>
          <p:cNvPr id="58" name="Flowchart: Magnetic Disk 32">
            <a:extLst>
              <a:ext uri="{FF2B5EF4-FFF2-40B4-BE49-F238E27FC236}">
                <a16:creationId xmlns:a16="http://schemas.microsoft.com/office/drawing/2014/main" id="{A16C2B3B-E4B9-AE40-3A2C-84561299BB05}"/>
              </a:ext>
            </a:extLst>
          </p:cNvPr>
          <p:cNvSpPr/>
          <p:nvPr/>
        </p:nvSpPr>
        <p:spPr>
          <a:xfrm>
            <a:off x="9457858" y="3626101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700" kern="0">
              <a:solidFill>
                <a:schemeClr val="tx1"/>
              </a:solidFill>
            </a:endParaRPr>
          </a:p>
        </p:txBody>
      </p:sp>
      <p:sp>
        <p:nvSpPr>
          <p:cNvPr id="59" name="Left Brace 58">
            <a:extLst>
              <a:ext uri="{FF2B5EF4-FFF2-40B4-BE49-F238E27FC236}">
                <a16:creationId xmlns:a16="http://schemas.microsoft.com/office/drawing/2014/main" id="{01DC3472-4D24-146D-AA8B-D5AF215FC783}"/>
              </a:ext>
            </a:extLst>
          </p:cNvPr>
          <p:cNvSpPr/>
          <p:nvPr/>
        </p:nvSpPr>
        <p:spPr>
          <a:xfrm>
            <a:off x="3983388" y="1403426"/>
            <a:ext cx="183159" cy="1523999"/>
          </a:xfrm>
          <a:prstGeom prst="lef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Left Brace 59">
            <a:extLst>
              <a:ext uri="{FF2B5EF4-FFF2-40B4-BE49-F238E27FC236}">
                <a16:creationId xmlns:a16="http://schemas.microsoft.com/office/drawing/2014/main" id="{36B73585-3F66-BA14-4763-169BEFE0AE9A}"/>
              </a:ext>
            </a:extLst>
          </p:cNvPr>
          <p:cNvSpPr/>
          <p:nvPr/>
        </p:nvSpPr>
        <p:spPr>
          <a:xfrm>
            <a:off x="3983388" y="3008520"/>
            <a:ext cx="183159" cy="1523999"/>
          </a:xfrm>
          <a:prstGeom prst="lef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Left Brace 60">
            <a:extLst>
              <a:ext uri="{FF2B5EF4-FFF2-40B4-BE49-F238E27FC236}">
                <a16:creationId xmlns:a16="http://schemas.microsoft.com/office/drawing/2014/main" id="{022FC4A9-4E5B-FD47-CCBE-081B42FFC7A0}"/>
              </a:ext>
            </a:extLst>
          </p:cNvPr>
          <p:cNvSpPr/>
          <p:nvPr/>
        </p:nvSpPr>
        <p:spPr>
          <a:xfrm>
            <a:off x="6922417" y="1545531"/>
            <a:ext cx="183159" cy="2842087"/>
          </a:xfrm>
          <a:prstGeom prst="lef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ight Brace 61">
            <a:extLst>
              <a:ext uri="{FF2B5EF4-FFF2-40B4-BE49-F238E27FC236}">
                <a16:creationId xmlns:a16="http://schemas.microsoft.com/office/drawing/2014/main" id="{92DDB65A-4475-1E97-B9C7-CACFEECDE6F4}"/>
              </a:ext>
            </a:extLst>
          </p:cNvPr>
          <p:cNvSpPr/>
          <p:nvPr/>
        </p:nvSpPr>
        <p:spPr>
          <a:xfrm>
            <a:off x="4897772" y="1403426"/>
            <a:ext cx="182880" cy="3129093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ight Brace 62">
            <a:extLst>
              <a:ext uri="{FF2B5EF4-FFF2-40B4-BE49-F238E27FC236}">
                <a16:creationId xmlns:a16="http://schemas.microsoft.com/office/drawing/2014/main" id="{52F24E64-51B3-E93E-AFB7-7F01F547D03B}"/>
              </a:ext>
            </a:extLst>
          </p:cNvPr>
          <p:cNvSpPr/>
          <p:nvPr/>
        </p:nvSpPr>
        <p:spPr>
          <a:xfrm>
            <a:off x="7970003" y="1472838"/>
            <a:ext cx="182880" cy="1388225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ight Brace 63">
            <a:extLst>
              <a:ext uri="{FF2B5EF4-FFF2-40B4-BE49-F238E27FC236}">
                <a16:creationId xmlns:a16="http://schemas.microsoft.com/office/drawing/2014/main" id="{A030460D-8CC3-00BA-9D3A-01CAFC85EA67}"/>
              </a:ext>
            </a:extLst>
          </p:cNvPr>
          <p:cNvSpPr/>
          <p:nvPr/>
        </p:nvSpPr>
        <p:spPr>
          <a:xfrm>
            <a:off x="7970003" y="3074883"/>
            <a:ext cx="182880" cy="1388225"/>
          </a:xfrm>
          <a:prstGeom prst="rightBrace">
            <a:avLst/>
          </a:prstGeom>
          <a:ln w="9525">
            <a:solidFill>
              <a:schemeClr val="tx1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4132A776-5C51-DC42-388F-FCF2E68CDD36}"/>
              </a:ext>
            </a:extLst>
          </p:cNvPr>
          <p:cNvSpPr/>
          <p:nvPr/>
        </p:nvSpPr>
        <p:spPr>
          <a:xfrm>
            <a:off x="1961636" y="1160540"/>
            <a:ext cx="4114800" cy="2044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1400" kern="0">
                <a:solidFill>
                  <a:schemeClr val="tx1"/>
                </a:solidFill>
              </a:rPr>
              <a:t>Legacy Integrations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E3760F86-A19F-E23E-FD22-EA201F14E62D}"/>
              </a:ext>
            </a:extLst>
          </p:cNvPr>
          <p:cNvSpPr/>
          <p:nvPr/>
        </p:nvSpPr>
        <p:spPr>
          <a:xfrm>
            <a:off x="6123933" y="1159115"/>
            <a:ext cx="4114800" cy="2044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1400" kern="0">
                <a:solidFill>
                  <a:schemeClr val="tx1"/>
                </a:solidFill>
              </a:rPr>
              <a:t>Future Integrations</a:t>
            </a:r>
          </a:p>
        </p:txBody>
      </p:sp>
      <p:pic>
        <p:nvPicPr>
          <p:cNvPr id="67" name="Graphic 66" descr="Gears outline">
            <a:extLst>
              <a:ext uri="{FF2B5EF4-FFF2-40B4-BE49-F238E27FC236}">
                <a16:creationId xmlns:a16="http://schemas.microsoft.com/office/drawing/2014/main" id="{F42A4FE0-8551-403A-63BF-9C5683DAF27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075558" y="2510772"/>
            <a:ext cx="914400" cy="914400"/>
          </a:xfrm>
          <a:prstGeom prst="rect">
            <a:avLst/>
          </a:prstGeom>
        </p:spPr>
      </p:pic>
      <p:sp>
        <p:nvSpPr>
          <p:cNvPr id="68" name="Rectangle 67">
            <a:extLst>
              <a:ext uri="{FF2B5EF4-FFF2-40B4-BE49-F238E27FC236}">
                <a16:creationId xmlns:a16="http://schemas.microsoft.com/office/drawing/2014/main" id="{1D6692A6-DC41-F017-F54A-E12BDD728AD9}"/>
              </a:ext>
            </a:extLst>
          </p:cNvPr>
          <p:cNvSpPr/>
          <p:nvPr/>
        </p:nvSpPr>
        <p:spPr>
          <a:xfrm>
            <a:off x="1961636" y="1159115"/>
            <a:ext cx="4134364" cy="204429"/>
          </a:xfrm>
          <a:prstGeom prst="rect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1400" kern="0">
                <a:solidFill>
                  <a:schemeClr val="tx1"/>
                </a:solidFill>
              </a:rPr>
              <a:t>Legacy Integrations</a:t>
            </a:r>
          </a:p>
        </p:txBody>
      </p:sp>
      <p:pic>
        <p:nvPicPr>
          <p:cNvPr id="69" name="Graphic 68" descr="Gears outline">
            <a:extLst>
              <a:ext uri="{FF2B5EF4-FFF2-40B4-BE49-F238E27FC236}">
                <a16:creationId xmlns:a16="http://schemas.microsoft.com/office/drawing/2014/main" id="{71CAEE15-3852-5AA8-E2AA-07B657059AA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03585" y="2510772"/>
            <a:ext cx="914400" cy="914400"/>
          </a:xfrm>
          <a:prstGeom prst="rect">
            <a:avLst/>
          </a:prstGeom>
        </p:spPr>
      </p:pic>
      <p:sp>
        <p:nvSpPr>
          <p:cNvPr id="70" name="TextBox 69">
            <a:extLst>
              <a:ext uri="{FF2B5EF4-FFF2-40B4-BE49-F238E27FC236}">
                <a16:creationId xmlns:a16="http://schemas.microsoft.com/office/drawing/2014/main" id="{8148BE6F-13E1-BA9E-B4EF-A38AE87CB577}"/>
              </a:ext>
            </a:extLst>
          </p:cNvPr>
          <p:cNvSpPr txBox="1"/>
          <p:nvPr/>
        </p:nvSpPr>
        <p:spPr>
          <a:xfrm>
            <a:off x="4304336" y="3426988"/>
            <a:ext cx="456856" cy="16927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GB" sz="1100" kern="0" err="1"/>
              <a:t>OpsHub</a:t>
            </a:r>
            <a:endParaRPr lang="en-GB" sz="1100" kern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1E58DBC5-F3BF-7658-37B3-AE1A6FA1B1C8}"/>
              </a:ext>
            </a:extLst>
          </p:cNvPr>
          <p:cNvSpPr txBox="1"/>
          <p:nvPr/>
        </p:nvSpPr>
        <p:spPr>
          <a:xfrm>
            <a:off x="7123003" y="3342350"/>
            <a:ext cx="886461" cy="338554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algn="ctr"/>
            <a:r>
              <a:rPr lang="en-GB" sz="1100" kern="0"/>
              <a:t>Transformation</a:t>
            </a:r>
          </a:p>
          <a:p>
            <a:pPr algn="ctr"/>
            <a:r>
              <a:rPr lang="en-GB" sz="1100" kern="0"/>
              <a:t>Layer</a:t>
            </a:r>
          </a:p>
        </p:txBody>
      </p:sp>
      <p:sp>
        <p:nvSpPr>
          <p:cNvPr id="72" name="Flowchart: Magnetic Disk 26">
            <a:extLst>
              <a:ext uri="{FF2B5EF4-FFF2-40B4-BE49-F238E27FC236}">
                <a16:creationId xmlns:a16="http://schemas.microsoft.com/office/drawing/2014/main" id="{56CA2B45-5C43-EB7B-EA5D-07EB8CF90B81}"/>
              </a:ext>
            </a:extLst>
          </p:cNvPr>
          <p:cNvSpPr/>
          <p:nvPr/>
        </p:nvSpPr>
        <p:spPr>
          <a:xfrm>
            <a:off x="2752089" y="1981125"/>
            <a:ext cx="411060" cy="520117"/>
          </a:xfrm>
          <a:prstGeom prst="flowChartMagneticDisk">
            <a:avLst/>
          </a:prstGeom>
          <a:solidFill>
            <a:schemeClr val="bg1"/>
          </a:solidFill>
          <a:ln w="9525">
            <a:solidFill>
              <a:schemeClr val="tx1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700" kern="0">
              <a:solidFill>
                <a:schemeClr val="tx1"/>
              </a:solidFill>
            </a:endParaRPr>
          </a:p>
        </p:txBody>
      </p:sp>
      <p:sp>
        <p:nvSpPr>
          <p:cNvPr id="51" name="Isosceles Triangle 50">
            <a:extLst>
              <a:ext uri="{FF2B5EF4-FFF2-40B4-BE49-F238E27FC236}">
                <a16:creationId xmlns:a16="http://schemas.microsoft.com/office/drawing/2014/main" id="{DA4B8C7A-BB60-090C-8DA3-AF1E1F933091}"/>
              </a:ext>
            </a:extLst>
          </p:cNvPr>
          <p:cNvSpPr/>
          <p:nvPr/>
        </p:nvSpPr>
        <p:spPr>
          <a:xfrm>
            <a:off x="7296848" y="4338151"/>
            <a:ext cx="449761" cy="303375"/>
          </a:xfrm>
          <a:prstGeom prst="triangle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endParaRPr lang="en-GB" sz="1400" kern="0" err="1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7819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2113D-64F0-F15F-3BE9-9B976CDC53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B2B2ADEC-5FFB-4722-86DF-0A6FC6AAF83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80350624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54" imgH="456" progId="TCLayout.ActiveDocument.1">
                  <p:embed/>
                </p:oleObj>
              </mc:Choice>
              <mc:Fallback>
                <p:oleObj name="think-cell Slide" r:id="rId4" imgW="454" imgH="456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B2B2ADEC-5FFB-4722-86DF-0A6FC6AAF83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301EE46-11BD-7E75-86B5-32D6E6BB5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GB"/>
              <a:t>Proposed data ownership</a:t>
            </a:r>
            <a:br>
              <a:rPr lang="en-GB"/>
            </a:br>
            <a:r>
              <a:rPr lang="en-GB" sz="1400" b="0">
                <a:solidFill>
                  <a:schemeClr val="tx1"/>
                </a:solidFill>
              </a:rPr>
              <a:t>The program must establish clear accountability by designating owners for each data area. This will enhance transparency, streamline decision-making, and promote collaboration, driving our objectives forward.</a:t>
            </a:r>
          </a:p>
        </p:txBody>
      </p:sp>
      <p:sp>
        <p:nvSpPr>
          <p:cNvPr id="3" name="DTP_Label|3">
            <a:extLst>
              <a:ext uri="{FF2B5EF4-FFF2-40B4-BE49-F238E27FC236}">
                <a16:creationId xmlns:a16="http://schemas.microsoft.com/office/drawing/2014/main" id="{6EDE6DFB-D4EB-A6AF-B1E3-B8AD83C4EC54}"/>
              </a:ext>
            </a:extLst>
          </p:cNvPr>
          <p:cNvSpPr/>
          <p:nvPr/>
        </p:nvSpPr>
        <p:spPr>
          <a:xfrm>
            <a:off x="11080745" y="82520"/>
            <a:ext cx="813428" cy="248530"/>
          </a:xfrm>
          <a:prstGeom prst="rect">
            <a:avLst/>
          </a:prstGeom>
          <a:noFill/>
          <a:ln w="9525">
            <a:solidFill>
              <a:schemeClr val="tx2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43" tIns="46863" rIns="90043" bIns="46863" rtlCol="0" anchor="b">
            <a:spAutoFit/>
          </a:bodyPr>
          <a:lstStyle/>
          <a:p>
            <a:r>
              <a:rPr lang="en-US" sz="1000" kern="0">
                <a:solidFill>
                  <a:schemeClr val="tx2"/>
                </a:solidFill>
              </a:rPr>
              <a:t>Confidential</a:t>
            </a:r>
            <a:endParaRPr lang="en-US"/>
          </a:p>
        </p:txBody>
      </p:sp>
      <p:sp>
        <p:nvSpPr>
          <p:cNvPr id="5" name="DTP_Label|3">
            <a:extLst>
              <a:ext uri="{FF2B5EF4-FFF2-40B4-BE49-F238E27FC236}">
                <a16:creationId xmlns:a16="http://schemas.microsoft.com/office/drawing/2014/main" id="{E07F1C7F-9351-D68E-24D9-0364198098B7}"/>
              </a:ext>
            </a:extLst>
          </p:cNvPr>
          <p:cNvSpPr/>
          <p:nvPr/>
        </p:nvSpPr>
        <p:spPr>
          <a:xfrm>
            <a:off x="11446229" y="368298"/>
            <a:ext cx="447944" cy="248530"/>
          </a:xfrm>
          <a:prstGeom prst="rect">
            <a:avLst/>
          </a:prstGeom>
          <a:noFill/>
          <a:ln w="9525">
            <a:solidFill>
              <a:srgbClr val="C00000"/>
            </a:solidFill>
            <a:prstDash val="solid"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chemeClr val="bg1"/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0043" tIns="46863" rIns="90043" bIns="46863" rtlCol="0" anchor="b">
            <a:spAutoFit/>
          </a:bodyPr>
          <a:lstStyle/>
          <a:p>
            <a:pPr algn="r"/>
            <a:r>
              <a:rPr lang="en-US" sz="1000" kern="0">
                <a:solidFill>
                  <a:srgbClr val="C00000"/>
                </a:solidFill>
              </a:rPr>
              <a:t>Draft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6E56B305-EC1E-BE0E-D1FE-A206E4EE31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68914477"/>
              </p:ext>
            </p:extLst>
          </p:nvPr>
        </p:nvGraphicFramePr>
        <p:xfrm>
          <a:off x="457200" y="1443210"/>
          <a:ext cx="11277598" cy="3971579"/>
        </p:xfrm>
        <a:graphic>
          <a:graphicData uri="http://schemas.openxmlformats.org/drawingml/2006/table">
            <a:tbl>
              <a:tblPr firstRow="1" bandRow="1">
                <a:tableStyleId>{839DD9DD-9E6C-4910-8AC0-68ADFF6A6AFC}</a:tableStyleId>
              </a:tblPr>
              <a:tblGrid>
                <a:gridCol w="2164976">
                  <a:extLst>
                    <a:ext uri="{9D8B030D-6E8A-4147-A177-3AD203B41FA5}">
                      <a16:colId xmlns:a16="http://schemas.microsoft.com/office/drawing/2014/main" val="4143339182"/>
                    </a:ext>
                  </a:extLst>
                </a:gridCol>
                <a:gridCol w="4556311">
                  <a:extLst>
                    <a:ext uri="{9D8B030D-6E8A-4147-A177-3AD203B41FA5}">
                      <a16:colId xmlns:a16="http://schemas.microsoft.com/office/drawing/2014/main" val="643771005"/>
                    </a:ext>
                  </a:extLst>
                </a:gridCol>
                <a:gridCol w="4556311">
                  <a:extLst>
                    <a:ext uri="{9D8B030D-6E8A-4147-A177-3AD203B41FA5}">
                      <a16:colId xmlns:a16="http://schemas.microsoft.com/office/drawing/2014/main" val="2463517289"/>
                    </a:ext>
                  </a:extLst>
                </a:gridCol>
              </a:tblGrid>
              <a:tr h="310287">
                <a:tc rowSpan="2">
                  <a:txBody>
                    <a:bodyPr/>
                    <a:lstStyle/>
                    <a:p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Data area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>
                          <a:solidFill>
                            <a:schemeClr val="bg1"/>
                          </a:solidFill>
                        </a:rPr>
                        <a:t>Responsible Teams / Org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GB" sz="1400">
                        <a:solidFill>
                          <a:schemeClr val="bg1"/>
                        </a:solidFill>
                      </a:endParaRP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1857221"/>
                  </a:ext>
                </a:extLst>
              </a:tr>
              <a:tr h="310287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 anchor="ctr">
                    <a:lnR w="12700" cap="flat" cmpd="sng" algn="ctr">
                      <a:solidFill>
                        <a:schemeClr val="bg1">
                          <a:lumMod val="8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bg1"/>
                          </a:solidFill>
                        </a:rPr>
                        <a:t>Option 1 – Align with enterprise tool set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400" b="1">
                          <a:solidFill>
                            <a:schemeClr val="bg1"/>
                          </a:solidFill>
                        </a:rPr>
                        <a:t>Option 2 – Autonomous tool set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3753994"/>
                  </a:ext>
                </a:extLst>
              </a:tr>
              <a:tr h="670201">
                <a:tc>
                  <a:txBody>
                    <a:bodyPr/>
                    <a:lstStyle/>
                    <a:p>
                      <a:r>
                        <a:rPr lang="en-GB" sz="1400" b="1"/>
                        <a:t>Data product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400"/>
                        <a:t>Ops planning &amp; performance </a:t>
                      </a:r>
                    </a:p>
                    <a:p>
                      <a:pPr algn="ctr"/>
                      <a:r>
                        <a:rPr lang="en-GB" sz="1400"/>
                        <a:t>Airline operations technology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3822820"/>
                  </a:ext>
                </a:extLst>
              </a:tr>
              <a:tr h="670201">
                <a:tc>
                  <a:txBody>
                    <a:bodyPr/>
                    <a:lstStyle/>
                    <a:p>
                      <a:r>
                        <a:rPr lang="en-GB" sz="1400" b="1"/>
                        <a:t>Data model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400"/>
                        <a:t>Ops planning &amp; performance </a:t>
                      </a:r>
                    </a:p>
                    <a:p>
                      <a:pPr algn="ctr"/>
                      <a:r>
                        <a:rPr lang="en-GB" sz="1400"/>
                        <a:t>Airline operations technology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23373601"/>
                  </a:ext>
                </a:extLst>
              </a:tr>
              <a:tr h="670201">
                <a:tc>
                  <a:txBody>
                    <a:bodyPr/>
                    <a:lstStyle/>
                    <a:p>
                      <a:r>
                        <a:rPr lang="en-GB" sz="1400" b="1"/>
                        <a:t>Data movement 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GB" sz="1400"/>
                        <a:t>Ops planning &amp; performance </a:t>
                      </a:r>
                    </a:p>
                    <a:p>
                      <a:pPr algn="ctr"/>
                      <a:r>
                        <a:rPr lang="en-GB" sz="1400"/>
                        <a:t>Airline operations technology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 hMerge="1">
                  <a:txBody>
                    <a:bodyPr/>
                    <a:lstStyle/>
                    <a:p>
                      <a:endParaRPr lang="en-GB" sz="14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33245299"/>
                  </a:ext>
                </a:extLst>
              </a:tr>
              <a:tr h="670201">
                <a:tc>
                  <a:txBody>
                    <a:bodyPr/>
                    <a:lstStyle/>
                    <a:p>
                      <a:r>
                        <a:rPr lang="en-GB" sz="1400" b="1"/>
                        <a:t>Data lake pipeline 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/>
                        <a:t>Data Engineering, Automation, &amp; Analytics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/>
                        <a:t>Airline operations technology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898242"/>
                  </a:ext>
                </a:extLst>
              </a:tr>
              <a:tr h="670201">
                <a:tc>
                  <a:txBody>
                    <a:bodyPr/>
                    <a:lstStyle/>
                    <a:p>
                      <a:r>
                        <a:rPr lang="en-GB" sz="1400" b="1"/>
                        <a:t>Data lake infrastructure</a:t>
                      </a:r>
                    </a:p>
                  </a:txBody>
                  <a:tcPr anchor="ctr"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/>
                        <a:t>Data Engineering, Automation, &amp; Analytics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0" i="0"/>
                        <a:t>Airline operations technology 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315463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2600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18588C-C59D-CDC8-6A50-E11D2F0183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BB3736E7-0A7E-CC6F-2054-A57FA01DF8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5680" y="3665728"/>
            <a:ext cx="10473944" cy="492443"/>
          </a:xfrm>
        </p:spPr>
        <p:txBody>
          <a:bodyPr/>
          <a:lstStyle/>
          <a:p>
            <a:r>
              <a:rPr lang="en-US" kern="1200"/>
              <a:t>FOS Decomm &amp; TDEC MIPS/Resource Utilization Update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A4A1B3-50E4-AF85-B11D-CAE7D0D864D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24678981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9B238-E84B-EBCE-F2B1-8CE69B72AB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DF152E97-8A26-AB81-B8FC-06A43561EEF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54" imgH="456" progId="TCLayout.ActiveDocument.1">
                  <p:embed/>
                </p:oleObj>
              </mc:Choice>
              <mc:Fallback>
                <p:oleObj name="think-cell Slide" r:id="rId3" imgW="454" imgH="45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F152E97-8A26-AB81-B8FC-06A43561EEF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F89F14EE-0409-BCB8-1904-3A9BAB92E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Flight Milestones – Path to Green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2018CA2B-9F94-76D0-47EC-965726DC248C}"/>
              </a:ext>
            </a:extLst>
          </p:cNvPr>
          <p:cNvGraphicFramePr>
            <a:graphicFrameLocks noGrp="1"/>
          </p:cNvGraphicFramePr>
          <p:nvPr/>
        </p:nvGraphicFramePr>
        <p:xfrm>
          <a:off x="10408785" y="381000"/>
          <a:ext cx="1326015" cy="497071"/>
        </p:xfrm>
        <a:graphic>
          <a:graphicData uri="http://schemas.openxmlformats.org/drawingml/2006/table">
            <a:tbl>
              <a:tblPr firstRow="1" bandRow="1"/>
              <a:tblGrid>
                <a:gridCol w="704034">
                  <a:extLst>
                    <a:ext uri="{9D8B030D-6E8A-4147-A177-3AD203B41FA5}">
                      <a16:colId xmlns:a16="http://schemas.microsoft.com/office/drawing/2014/main" val="2577187518"/>
                    </a:ext>
                  </a:extLst>
                </a:gridCol>
                <a:gridCol w="621981">
                  <a:extLst>
                    <a:ext uri="{9D8B030D-6E8A-4147-A177-3AD203B41FA5}">
                      <a16:colId xmlns:a16="http://schemas.microsoft.com/office/drawing/2014/main" val="2371272264"/>
                    </a:ext>
                  </a:extLst>
                </a:gridCol>
              </a:tblGrid>
              <a:tr h="497071">
                <a:tc>
                  <a:txBody>
                    <a:bodyPr/>
                    <a:lstStyle>
                      <a:lvl1pPr marL="0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179994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359988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539982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719977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899971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1079965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1259959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1439953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5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endParaRPr lang="en-US" sz="11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2315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8C3817B-6F3D-05E9-8B0C-8C031D5148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60900532"/>
              </p:ext>
            </p:extLst>
          </p:nvPr>
        </p:nvGraphicFramePr>
        <p:xfrm>
          <a:off x="457196" y="1395150"/>
          <a:ext cx="11269930" cy="4186700"/>
        </p:xfrm>
        <a:graphic>
          <a:graphicData uri="http://schemas.openxmlformats.org/drawingml/2006/table">
            <a:tbl>
              <a:tblPr firstRow="1" bandRow="1">
                <a:tableStyleId>{839DD9DD-9E6C-4910-8AC0-68ADFF6A6AFC}</a:tableStyleId>
              </a:tblPr>
              <a:tblGrid>
                <a:gridCol w="342850">
                  <a:extLst>
                    <a:ext uri="{9D8B030D-6E8A-4147-A177-3AD203B41FA5}">
                      <a16:colId xmlns:a16="http://schemas.microsoft.com/office/drawing/2014/main" val="951696868"/>
                    </a:ext>
                  </a:extLst>
                </a:gridCol>
                <a:gridCol w="3008376">
                  <a:extLst>
                    <a:ext uri="{9D8B030D-6E8A-4147-A177-3AD203B41FA5}">
                      <a16:colId xmlns:a16="http://schemas.microsoft.com/office/drawing/2014/main" val="3415607963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1218825923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1472245557"/>
                    </a:ext>
                  </a:extLst>
                </a:gridCol>
                <a:gridCol w="975360">
                  <a:extLst>
                    <a:ext uri="{9D8B030D-6E8A-4147-A177-3AD203B41FA5}">
                      <a16:colId xmlns:a16="http://schemas.microsoft.com/office/drawing/2014/main" val="1331776846"/>
                    </a:ext>
                  </a:extLst>
                </a:gridCol>
                <a:gridCol w="1719072">
                  <a:extLst>
                    <a:ext uri="{9D8B030D-6E8A-4147-A177-3AD203B41FA5}">
                      <a16:colId xmlns:a16="http://schemas.microsoft.com/office/drawing/2014/main" val="2006686964"/>
                    </a:ext>
                  </a:extLst>
                </a:gridCol>
                <a:gridCol w="1344168">
                  <a:extLst>
                    <a:ext uri="{9D8B030D-6E8A-4147-A177-3AD203B41FA5}">
                      <a16:colId xmlns:a16="http://schemas.microsoft.com/office/drawing/2014/main" val="3670016106"/>
                    </a:ext>
                  </a:extLst>
                </a:gridCol>
                <a:gridCol w="1929384">
                  <a:extLst>
                    <a:ext uri="{9D8B030D-6E8A-4147-A177-3AD203B41FA5}">
                      <a16:colId xmlns:a16="http://schemas.microsoft.com/office/drawing/2014/main" val="964469097"/>
                    </a:ext>
                  </a:extLst>
                </a:gridCol>
              </a:tblGrid>
              <a:tr h="151359"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ID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Feature/Activity Title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Team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Target Date</a:t>
                      </a:r>
                    </a:p>
                  </a:txBody>
                  <a:tcPr marL="45720" marR="4572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Status</a:t>
                      </a:r>
                    </a:p>
                  </a:txBody>
                  <a:tcPr marL="45720" marR="45720"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 baseline="0">
                          <a:solidFill>
                            <a:schemeClr val="bg1"/>
                          </a:solidFill>
                        </a:rPr>
                        <a:t>Risks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Dependencies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>
                          <a:solidFill>
                            <a:schemeClr val="bg1"/>
                          </a:solidFill>
                        </a:rPr>
                        <a:t>Comments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91980"/>
                  </a:ext>
                </a:extLst>
              </a:tr>
              <a:tr h="428908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Confirm and refine TPS/LPS discovery target 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100"/>
                        <a:t>Analysis to provide estimated discovery timeline in progress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63663592"/>
                  </a:ext>
                </a:extLst>
              </a:tr>
              <a:tr h="428908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Identify dependencies on capabilities </a:t>
                      </a: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external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FOS (TPS)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OpsHub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100" b="0" i="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Co-Pilot will be utilized​; Analysis in progress</a:t>
                      </a:r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1218628"/>
                  </a:ext>
                </a:extLst>
              </a:tr>
              <a:tr h="428908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Identify dependencies on capabilities </a:t>
                      </a: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external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FOS (LPS)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OpsHub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100" b="0" i="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Co-Pilot will be utilized​; Analysis in progress</a:t>
                      </a:r>
                      <a:endParaRPr lang="en-US" sz="11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14146709"/>
                  </a:ext>
                </a:extLst>
              </a:tr>
              <a:tr h="428908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Create migration strategy for TPS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Vendor selection*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100"/>
                        <a:t>Analysis in progress; may depend on vendor selection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0927025"/>
                  </a:ext>
                </a:extLst>
              </a:tr>
              <a:tr h="428908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Create migration strategy for LPS capability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2/28/26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Vendor selection*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100"/>
                        <a:t>Dependent on vendor selection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972869"/>
                  </a:ext>
                </a:extLst>
              </a:tr>
              <a:tr h="428908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Identify dependencies on capabilities </a:t>
                      </a:r>
                      <a:r>
                        <a:rPr lang="en-US" sz="1100" b="0" i="1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internal</a:t>
                      </a: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 to 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3/31/26*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Discovery underway; dates to be adjusted based on estimates provided 1/23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1537089"/>
                  </a:ext>
                </a:extLst>
              </a:tr>
              <a:tr h="428908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Identify the data elements to patch back to FOS (TPS)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3/31/26*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Vendor selection*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Will evolve as discovery of capabilities internal to FOS is completed.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5375023"/>
                  </a:ext>
                </a:extLst>
              </a:tr>
              <a:tr h="428908">
                <a:tc>
                  <a:txBody>
                    <a:bodyPr/>
                    <a:lstStyle/>
                    <a:p>
                      <a:pPr algn="ctr"/>
                      <a:r>
                        <a:rPr lang="en-US" sz="11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Identify the data elements to patch back to FOS (LPS)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00"/>
                        <a:t>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3/31/26*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100" b="1">
                          <a:solidFill>
                            <a:srgbClr val="00B050"/>
                          </a:solidFill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1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Vendor selection*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/>
                        <a:t>Will evolve as discovery of capabilities internal to FOS is completed.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47270322"/>
                  </a:ext>
                </a:extLst>
              </a:tr>
            </a:tbl>
          </a:graphicData>
        </a:graphic>
      </p:graphicFrame>
      <p:sp>
        <p:nvSpPr>
          <p:cNvPr id="14" name="Speech Bubble: Rectangle 126">
            <a:extLst>
              <a:ext uri="{FF2B5EF4-FFF2-40B4-BE49-F238E27FC236}">
                <a16:creationId xmlns:a16="http://schemas.microsoft.com/office/drawing/2014/main" id="{4CF9CCF9-1398-29C2-A213-EE5DAA0AA744}"/>
              </a:ext>
            </a:extLst>
          </p:cNvPr>
          <p:cNvSpPr/>
          <p:nvPr/>
        </p:nvSpPr>
        <p:spPr>
          <a:xfrm>
            <a:off x="4360900" y="5631438"/>
            <a:ext cx="3583672" cy="405123"/>
          </a:xfrm>
          <a:prstGeom prst="wedgeRectCallout">
            <a:avLst>
              <a:gd name="adj1" fmla="val -24339"/>
              <a:gd name="adj2" fmla="val -82668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1100" kern="0">
                <a:solidFill>
                  <a:schemeClr val="tx1"/>
                </a:solidFill>
              </a:rPr>
              <a:t>* Indicates dates subject to change based on high-level estimates; Refined estimates targeted 1/23</a:t>
            </a:r>
            <a:endParaRPr lang="en-GB" sz="1100" kern="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BB8A2C2-81C8-825D-D622-27662609DB41}"/>
              </a:ext>
            </a:extLst>
          </p:cNvPr>
          <p:cNvGrpSpPr/>
          <p:nvPr/>
        </p:nvGrpSpPr>
        <p:grpSpPr>
          <a:xfrm>
            <a:off x="7556532" y="1114255"/>
            <a:ext cx="4391048" cy="154819"/>
            <a:chOff x="692777" y="6638628"/>
            <a:chExt cx="4391048" cy="1548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F7008F23-52D9-309E-29E0-86BACC9AF7BF}"/>
                </a:ext>
              </a:extLst>
            </p:cNvPr>
            <p:cNvSpPr txBox="1"/>
            <p:nvPr/>
          </p:nvSpPr>
          <p:spPr>
            <a:xfrm>
              <a:off x="692777" y="6639483"/>
              <a:ext cx="476303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1000" b="1" kern="0"/>
                <a:t>Legend</a:t>
              </a:r>
            </a:p>
          </p:txBody>
        </p: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5C34B43-DD60-7B70-EF9F-20A99D2A46A9}"/>
                </a:ext>
              </a:extLst>
            </p:cNvPr>
            <p:cNvGrpSpPr/>
            <p:nvPr/>
          </p:nvGrpSpPr>
          <p:grpSpPr>
            <a:xfrm>
              <a:off x="1169080" y="6639483"/>
              <a:ext cx="949653" cy="153888"/>
              <a:chOff x="1169080" y="6636024"/>
              <a:chExt cx="949653" cy="153888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752D3F07-1DF2-3D9C-4E5F-1D577B51FE8B}"/>
                  </a:ext>
                </a:extLst>
              </p:cNvPr>
              <p:cNvSpPr>
                <a:spLocks/>
              </p:cNvSpPr>
              <p:nvPr/>
            </p:nvSpPr>
            <p:spPr bwMode="gray">
              <a:xfrm flipV="1">
                <a:off x="1169080" y="6664175"/>
                <a:ext cx="97564" cy="97586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B50CC210-DD23-5F9D-C360-1FC8D188E1AC}"/>
                  </a:ext>
                </a:extLst>
              </p:cNvPr>
              <p:cNvSpPr txBox="1"/>
              <p:nvPr/>
            </p:nvSpPr>
            <p:spPr>
              <a:xfrm>
                <a:off x="1367161" y="6636024"/>
                <a:ext cx="75157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GB" sz="1000" b="1" kern="0"/>
                  <a:t>Not started</a:t>
                </a:r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E3B59C88-FC87-4666-76BA-1B50433F9032}"/>
                </a:ext>
              </a:extLst>
            </p:cNvPr>
            <p:cNvGrpSpPr/>
            <p:nvPr/>
          </p:nvGrpSpPr>
          <p:grpSpPr>
            <a:xfrm>
              <a:off x="2029596" y="6639483"/>
              <a:ext cx="674384" cy="153888"/>
              <a:chOff x="1922093" y="6607873"/>
              <a:chExt cx="674384" cy="153888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D8279C34-3D93-8117-0DCB-2EF19D415F0F}"/>
                  </a:ext>
                </a:extLst>
              </p:cNvPr>
              <p:cNvSpPr>
                <a:spLocks/>
              </p:cNvSpPr>
              <p:nvPr/>
            </p:nvSpPr>
            <p:spPr bwMode="gray">
              <a:xfrm flipV="1">
                <a:off x="1922093" y="6636024"/>
                <a:ext cx="97564" cy="97586"/>
              </a:xfrm>
              <a:prstGeom prst="ellipse">
                <a:avLst/>
              </a:prstGeom>
              <a:solidFill>
                <a:srgbClr val="00B050"/>
              </a:solidFill>
              <a:ln w="9525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4F2770FF-457A-3C32-9A6E-2F2D49EA7B9D}"/>
                  </a:ext>
                </a:extLst>
              </p:cNvPr>
              <p:cNvSpPr txBox="1"/>
              <p:nvPr/>
            </p:nvSpPr>
            <p:spPr>
              <a:xfrm>
                <a:off x="2120174" y="6607873"/>
                <a:ext cx="476303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GB" sz="1000" b="1" kern="0"/>
                  <a:t>On track</a:t>
                </a:r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4A8B10D5-DD64-4ABC-4FE7-FC52BA86DB0B}"/>
                </a:ext>
              </a:extLst>
            </p:cNvPr>
            <p:cNvGrpSpPr/>
            <p:nvPr/>
          </p:nvGrpSpPr>
          <p:grpSpPr>
            <a:xfrm>
              <a:off x="2774182" y="6639483"/>
              <a:ext cx="949653" cy="153888"/>
              <a:chOff x="2774182" y="6656666"/>
              <a:chExt cx="949653" cy="153888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3066658-EB9C-4139-CC58-9DA3036324A2}"/>
                  </a:ext>
                </a:extLst>
              </p:cNvPr>
              <p:cNvSpPr>
                <a:spLocks/>
              </p:cNvSpPr>
              <p:nvPr/>
            </p:nvSpPr>
            <p:spPr bwMode="gray">
              <a:xfrm flipV="1">
                <a:off x="2774182" y="6684817"/>
                <a:ext cx="97564" cy="97586"/>
              </a:xfrm>
              <a:prstGeom prst="ellipse">
                <a:avLst/>
              </a:prstGeom>
              <a:solidFill>
                <a:srgbClr val="FFC000"/>
              </a:solidFill>
              <a:ln w="9525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4117405-9C45-8252-4233-B3508D4EB362}"/>
                  </a:ext>
                </a:extLst>
              </p:cNvPr>
              <p:cNvSpPr txBox="1"/>
              <p:nvPr/>
            </p:nvSpPr>
            <p:spPr>
              <a:xfrm>
                <a:off x="2972263" y="6656666"/>
                <a:ext cx="75157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GB" sz="1000" b="1" kern="0"/>
                  <a:t>At risk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8B37FDB7-8C4C-D1D8-0C28-BD981FEC8F0C}"/>
                </a:ext>
              </a:extLst>
            </p:cNvPr>
            <p:cNvGrpSpPr/>
            <p:nvPr/>
          </p:nvGrpSpPr>
          <p:grpSpPr>
            <a:xfrm>
              <a:off x="3382600" y="6638628"/>
              <a:ext cx="949653" cy="153888"/>
              <a:chOff x="3525754" y="6622301"/>
              <a:chExt cx="949653" cy="153888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434B1702-E1DD-83DF-A485-17AAABA86AEA}"/>
                  </a:ext>
                </a:extLst>
              </p:cNvPr>
              <p:cNvSpPr>
                <a:spLocks/>
              </p:cNvSpPr>
              <p:nvPr/>
            </p:nvSpPr>
            <p:spPr bwMode="gray">
              <a:xfrm flipV="1">
                <a:off x="3525754" y="6650452"/>
                <a:ext cx="97564" cy="97586"/>
              </a:xfrm>
              <a:prstGeom prst="ellipse">
                <a:avLst/>
              </a:prstGeom>
              <a:solidFill>
                <a:srgbClr val="C00000"/>
              </a:solidFill>
              <a:ln w="9525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DCA05757-7531-4387-E693-F645CF3498CC}"/>
                  </a:ext>
                </a:extLst>
              </p:cNvPr>
              <p:cNvSpPr txBox="1"/>
              <p:nvPr/>
            </p:nvSpPr>
            <p:spPr>
              <a:xfrm>
                <a:off x="3723835" y="6622301"/>
                <a:ext cx="75157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GB" sz="1000" b="1" kern="0"/>
                  <a:t>Delayed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CD663ADC-0F26-3C52-BCEB-261EA30B2A59}"/>
                </a:ext>
              </a:extLst>
            </p:cNvPr>
            <p:cNvGrpSpPr/>
            <p:nvPr/>
          </p:nvGrpSpPr>
          <p:grpSpPr>
            <a:xfrm>
              <a:off x="4134172" y="6639559"/>
              <a:ext cx="949653" cy="153888"/>
              <a:chOff x="4270340" y="6622301"/>
              <a:chExt cx="949653" cy="153888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E19E00A3-2345-7465-398F-D5DF6C3E62EE}"/>
                  </a:ext>
                </a:extLst>
              </p:cNvPr>
              <p:cNvSpPr>
                <a:spLocks/>
              </p:cNvSpPr>
              <p:nvPr/>
            </p:nvSpPr>
            <p:spPr bwMode="gray">
              <a:xfrm flipV="1">
                <a:off x="4270340" y="6650452"/>
                <a:ext cx="97564" cy="97586"/>
              </a:xfrm>
              <a:prstGeom prst="ellipse">
                <a:avLst/>
              </a:prstGeom>
              <a:solidFill>
                <a:srgbClr val="0078D1"/>
              </a:solidFill>
              <a:ln w="9525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A8DEBAEE-67FA-0582-0702-4151E9793BA8}"/>
                  </a:ext>
                </a:extLst>
              </p:cNvPr>
              <p:cNvSpPr txBox="1"/>
              <p:nvPr/>
            </p:nvSpPr>
            <p:spPr>
              <a:xfrm>
                <a:off x="4468421" y="6622301"/>
                <a:ext cx="75157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GB" sz="1000" b="1" kern="0"/>
                  <a:t>Complete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31773995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FDAA99-13EA-8A3A-ED7E-20515D3EB2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16013622-2E6A-FEFB-525B-E80492999F9B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54" imgH="456" progId="TCLayout.ActiveDocument.1">
                  <p:embed/>
                </p:oleObj>
              </mc:Choice>
              <mc:Fallback>
                <p:oleObj name="think-cell Slide" r:id="rId3" imgW="454" imgH="456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6013622-2E6A-FEFB-525B-E80492999F9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8FD21EEA-9E24-7652-0DFA-BC6F1EEB9F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Crew Pay Milestones – Path to Green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89D58FF4-8999-3008-6CE8-14A5A8EFD357}"/>
              </a:ext>
            </a:extLst>
          </p:cNvPr>
          <p:cNvGraphicFramePr>
            <a:graphicFrameLocks noGrp="1"/>
          </p:cNvGraphicFramePr>
          <p:nvPr/>
        </p:nvGraphicFramePr>
        <p:xfrm>
          <a:off x="10408785" y="381000"/>
          <a:ext cx="1326015" cy="497071"/>
        </p:xfrm>
        <a:graphic>
          <a:graphicData uri="http://schemas.openxmlformats.org/drawingml/2006/table">
            <a:tbl>
              <a:tblPr firstRow="1" bandRow="1"/>
              <a:tblGrid>
                <a:gridCol w="704034">
                  <a:extLst>
                    <a:ext uri="{9D8B030D-6E8A-4147-A177-3AD203B41FA5}">
                      <a16:colId xmlns:a16="http://schemas.microsoft.com/office/drawing/2014/main" val="2577187518"/>
                    </a:ext>
                  </a:extLst>
                </a:gridCol>
                <a:gridCol w="621981">
                  <a:extLst>
                    <a:ext uri="{9D8B030D-6E8A-4147-A177-3AD203B41FA5}">
                      <a16:colId xmlns:a16="http://schemas.microsoft.com/office/drawing/2014/main" val="2371272264"/>
                    </a:ext>
                  </a:extLst>
                </a:gridCol>
              </a:tblGrid>
              <a:tr h="497071">
                <a:tc>
                  <a:txBody>
                    <a:bodyPr/>
                    <a:lstStyle>
                      <a:lvl1pPr marL="0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1pPr>
                      <a:lvl2pPr marL="179994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2pPr>
                      <a:lvl3pPr marL="359988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3pPr>
                      <a:lvl4pPr marL="539982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4pPr>
                      <a:lvl5pPr marL="719977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5pPr>
                      <a:lvl6pPr marL="899971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6pPr>
                      <a:lvl7pPr marL="1079965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7pPr>
                      <a:lvl8pPr marL="1259959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8pPr>
                      <a:lvl9pPr marL="1439953" algn="l" defTabSz="914370" rtl="0" eaLnBrk="1" latinLnBrk="0" hangingPunct="1">
                        <a:defRPr sz="1200" kern="0">
                          <a:solidFill>
                            <a:schemeClr val="tx1"/>
                          </a:solidFill>
                          <a:latin typeface="Calibri"/>
                        </a:defRPr>
                      </a:lvl9pPr>
                    </a:lstStyle>
                    <a:p>
                      <a:pPr marL="0" marR="0" lvl="0" indent="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r>
                        <a:rPr lang="en-US" sz="1100" b="1">
                          <a:solidFill>
                            <a:schemeClr val="bg1"/>
                          </a:solidFill>
                        </a:rPr>
                        <a:t>Status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457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 typeface="Arial" panose="020B0604020202020204" pitchFamily="34" charset="0"/>
                        <a:buNone/>
                      </a:pPr>
                      <a:endParaRPr lang="en-US" sz="1100" b="1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8923152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2075B36-15E6-4392-47E0-4F5769D9F353}"/>
              </a:ext>
            </a:extLst>
          </p:cNvPr>
          <p:cNvGraphicFramePr>
            <a:graphicFrameLocks noGrp="1"/>
          </p:cNvGraphicFramePr>
          <p:nvPr/>
        </p:nvGraphicFramePr>
        <p:xfrm>
          <a:off x="457195" y="1395150"/>
          <a:ext cx="11277598" cy="5123730"/>
        </p:xfrm>
        <a:graphic>
          <a:graphicData uri="http://schemas.openxmlformats.org/drawingml/2006/table">
            <a:tbl>
              <a:tblPr firstRow="1" bandRow="1">
                <a:tableStyleId>{839DD9DD-9E6C-4910-8AC0-68ADFF6A6AFC}</a:tableStyleId>
              </a:tblPr>
              <a:tblGrid>
                <a:gridCol w="345041">
                  <a:extLst>
                    <a:ext uri="{9D8B030D-6E8A-4147-A177-3AD203B41FA5}">
                      <a16:colId xmlns:a16="http://schemas.microsoft.com/office/drawing/2014/main" val="951696868"/>
                    </a:ext>
                  </a:extLst>
                </a:gridCol>
                <a:gridCol w="3009903">
                  <a:extLst>
                    <a:ext uri="{9D8B030D-6E8A-4147-A177-3AD203B41FA5}">
                      <a16:colId xmlns:a16="http://schemas.microsoft.com/office/drawing/2014/main" val="3415607963"/>
                    </a:ext>
                  </a:extLst>
                </a:gridCol>
                <a:gridCol w="1255435">
                  <a:extLst>
                    <a:ext uri="{9D8B030D-6E8A-4147-A177-3AD203B41FA5}">
                      <a16:colId xmlns:a16="http://schemas.microsoft.com/office/drawing/2014/main" val="1218825923"/>
                    </a:ext>
                  </a:extLst>
                </a:gridCol>
                <a:gridCol w="822737">
                  <a:extLst>
                    <a:ext uri="{9D8B030D-6E8A-4147-A177-3AD203B41FA5}">
                      <a16:colId xmlns:a16="http://schemas.microsoft.com/office/drawing/2014/main" val="1472245557"/>
                    </a:ext>
                  </a:extLst>
                </a:gridCol>
                <a:gridCol w="853209">
                  <a:extLst>
                    <a:ext uri="{9D8B030D-6E8A-4147-A177-3AD203B41FA5}">
                      <a16:colId xmlns:a16="http://schemas.microsoft.com/office/drawing/2014/main" val="546182282"/>
                    </a:ext>
                  </a:extLst>
                </a:gridCol>
                <a:gridCol w="1718607">
                  <a:extLst>
                    <a:ext uri="{9D8B030D-6E8A-4147-A177-3AD203B41FA5}">
                      <a16:colId xmlns:a16="http://schemas.microsoft.com/office/drawing/2014/main" val="2006686964"/>
                    </a:ext>
                  </a:extLst>
                </a:gridCol>
                <a:gridCol w="1346851">
                  <a:extLst>
                    <a:ext uri="{9D8B030D-6E8A-4147-A177-3AD203B41FA5}">
                      <a16:colId xmlns:a16="http://schemas.microsoft.com/office/drawing/2014/main" val="3670016106"/>
                    </a:ext>
                  </a:extLst>
                </a:gridCol>
                <a:gridCol w="1925815">
                  <a:extLst>
                    <a:ext uri="{9D8B030D-6E8A-4147-A177-3AD203B41FA5}">
                      <a16:colId xmlns:a16="http://schemas.microsoft.com/office/drawing/2014/main" val="964469097"/>
                    </a:ext>
                  </a:extLst>
                </a:gridCol>
              </a:tblGrid>
              <a:tr h="234259"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ID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Feature/Activity Title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Team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Target Date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buNone/>
                      </a:pPr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baseline="0">
                          <a:solidFill>
                            <a:schemeClr val="bg1"/>
                          </a:solidFill>
                        </a:rPr>
                        <a:t>Risks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Dependencies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>
                          <a:solidFill>
                            <a:schemeClr val="bg1"/>
                          </a:solidFill>
                        </a:rPr>
                        <a:t>Comments</a:t>
                      </a:r>
                    </a:p>
                  </a:txBody>
                  <a:tcPr anchor="ctr"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591980"/>
                  </a:ext>
                </a:extLst>
              </a:tr>
              <a:tr h="234259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Identify the data elements in FCRM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000"/>
                        <a:t>12/19/25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37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rgbClr val="0078D2"/>
                          </a:solidFill>
                        </a:rPr>
                        <a:t>Complete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000" b="0" i="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Completed on 12/17​</a:t>
                      </a:r>
                      <a:endParaRPr 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69618744"/>
                  </a:ext>
                </a:extLst>
              </a:tr>
              <a:tr h="27741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Confirm and refine Crew Pay discovery target dates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000"/>
                        <a:t>1/31/26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37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B050"/>
                          </a:solidFill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000"/>
                        <a:t>Commitment to provide refined dates by 1/31 as of 1/13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28635932"/>
                  </a:ext>
                </a:extLst>
              </a:tr>
              <a:tr h="38067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Confirm and refine Crew Pay discovery target dates after vendor selection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000"/>
                        <a:t>TBD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37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Not started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1915580"/>
                  </a:ext>
                </a:extLst>
              </a:tr>
              <a:tr h="38067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Identify the FOS source record of FCRM identified fields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000"/>
                        <a:t>2/10/26*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37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B050"/>
                          </a:solidFill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000"/>
                        <a:t>Kicked off identification as of 1/13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1218628"/>
                  </a:ext>
                </a:extLst>
              </a:tr>
              <a:tr h="38067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Identify Crew Comp Excel macros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Crew Pay BU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2/10/26*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37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B050"/>
                          </a:solidFill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000" b="0" i="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List of processes identified and gathering details.</a:t>
                      </a:r>
                      <a:endParaRPr 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90927025"/>
                  </a:ext>
                </a:extLst>
              </a:tr>
              <a:tr h="38067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Identify 3</a:t>
                      </a:r>
                      <a:r>
                        <a:rPr lang="en-US" sz="1000" baseline="30000"/>
                        <a:t>rd</a:t>
                      </a:r>
                      <a:r>
                        <a:rPr lang="en-US" sz="1000"/>
                        <a:t> party reports for Crew Comp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Crew Pay BU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3/24/26*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37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Not Started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000" b="0" i="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Dependent on other teams to provide info​</a:t>
                      </a:r>
                      <a:endParaRPr 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67972869"/>
                  </a:ext>
                </a:extLst>
              </a:tr>
              <a:tr h="38067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Ops/Crew Hub &amp; External Apps dependency plan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err="1"/>
                        <a:t>OpsHub</a:t>
                      </a:r>
                      <a:r>
                        <a:rPr lang="en-US" sz="1000"/>
                        <a:t> / </a:t>
                      </a:r>
                      <a:r>
                        <a:rPr lang="en-US" sz="1000" err="1"/>
                        <a:t>CrewHub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3/31/26*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37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B050"/>
                          </a:solidFill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000"/>
                        <a:t>FOS-09-00 – many teams that need to be consulted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/>
                        <a:t>Completed 2 of 3 sessions with Ops/Crew Hub consumers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5375023"/>
                  </a:ext>
                </a:extLst>
              </a:tr>
              <a:tr h="38067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Identify Crew Comp mid-range apps impact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Crew Pay Mid-range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4/7/26*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37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rgbClr val="00B050"/>
                          </a:solidFill>
                        </a:rPr>
                        <a:t>On track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000"/>
                        <a:t>Template to gather information is finalized. Kicked off as of 1/13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87857945"/>
                  </a:ext>
                </a:extLst>
              </a:tr>
              <a:tr h="27741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Identify applications that have a dependency on FCRM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Crew Pay / DE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4/7/26*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37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Not Started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72266742"/>
                  </a:ext>
                </a:extLst>
              </a:tr>
              <a:tr h="38067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FOS displays/command catalog complete with disposition draft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000"/>
                        <a:t>5/26/26*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37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Not Started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endParaRPr 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67538664"/>
                  </a:ext>
                </a:extLst>
              </a:tr>
              <a:tr h="38067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Identify the data element gaps in Crew/Ops Hub and FCRM feed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 err="1"/>
                        <a:t>OpsHub</a:t>
                      </a:r>
                      <a:r>
                        <a:rPr lang="en-US" sz="1000"/>
                        <a:t> / </a:t>
                      </a:r>
                      <a:r>
                        <a:rPr lang="en-US" sz="1000" err="1"/>
                        <a:t>CrewHub</a:t>
                      </a: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5/26/26*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000" b="1" ker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Not Started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95316234"/>
                  </a:ext>
                </a:extLst>
              </a:tr>
              <a:tr h="38067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Any impact to non-pay processes within 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7/14/26*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 ker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Not</a:t>
                      </a:r>
                      <a:r>
                        <a:rPr lang="en-US" sz="1000" b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 S</a:t>
                      </a:r>
                      <a:r>
                        <a:rPr lang="en-US" sz="1000" b="1" kern="0">
                          <a:solidFill>
                            <a:schemeClr val="bg1">
                              <a:lumMod val="75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tarted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rtl="0" fontAlgn="base"/>
                      <a:r>
                        <a:rPr lang="en-US" sz="1000" b="0" i="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Pramod due diligence complete; Need DXC deep dive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36500001"/>
                  </a:ext>
                </a:extLst>
              </a:tr>
              <a:tr h="380670">
                <a:tc>
                  <a:txBody>
                    <a:bodyPr/>
                    <a:lstStyle/>
                    <a:p>
                      <a:pPr algn="ctr"/>
                      <a:r>
                        <a:rPr lang="en-US" sz="1000"/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FOS Screen Scraping (external to Crew Comp)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000"/>
                        <a:t>FOS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  <a:tabLst/>
                        <a:defRPr/>
                      </a:pPr>
                      <a:r>
                        <a:rPr lang="en-US" sz="1000"/>
                        <a:t>8/11/26*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lvl="0" indent="0" algn="ctr" defTabSz="914370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None/>
                        <a:tabLst/>
                        <a:defRPr/>
                      </a:pPr>
                      <a:r>
                        <a:rPr lang="en-US" sz="1000" b="1">
                          <a:solidFill>
                            <a:schemeClr val="bg1">
                              <a:lumMod val="75000"/>
                            </a:schemeClr>
                          </a:solidFill>
                        </a:rPr>
                        <a:t>Not Started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endParaRPr 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SzPct val="100000"/>
                        <a:buFontTx/>
                        <a:buNone/>
                      </a:pPr>
                      <a:r>
                        <a:rPr lang="en-US" sz="1000" b="0" i="0" ker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Smaller effort; dependent on other teams</a:t>
                      </a:r>
                      <a:endParaRPr lang="en-US" sz="100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5726499"/>
                  </a:ext>
                </a:extLst>
              </a:tr>
            </a:tbl>
          </a:graphicData>
        </a:graphic>
      </p:graphicFrame>
      <p:sp>
        <p:nvSpPr>
          <p:cNvPr id="10" name="Speech Bubble: Rectangle 126">
            <a:extLst>
              <a:ext uri="{FF2B5EF4-FFF2-40B4-BE49-F238E27FC236}">
                <a16:creationId xmlns:a16="http://schemas.microsoft.com/office/drawing/2014/main" id="{BE8C8EFA-A8E2-141C-8B53-ED0A42CDEEF0}"/>
              </a:ext>
            </a:extLst>
          </p:cNvPr>
          <p:cNvSpPr/>
          <p:nvPr/>
        </p:nvSpPr>
        <p:spPr>
          <a:xfrm>
            <a:off x="5043418" y="6449057"/>
            <a:ext cx="3301562" cy="343696"/>
          </a:xfrm>
          <a:prstGeom prst="wedgeRectCallout">
            <a:avLst>
              <a:gd name="adj1" fmla="val -30856"/>
              <a:gd name="adj2" fmla="val -82668"/>
            </a:avLst>
          </a:prstGeom>
          <a:solidFill>
            <a:schemeClr val="accent2">
              <a:lumMod val="20000"/>
              <a:lumOff val="80000"/>
            </a:schemeClr>
          </a:solidFill>
          <a:ln w="9525">
            <a:noFill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73152" tIns="73152" rIns="73152" bIns="73152" rtlCol="0" anchor="ctr"/>
          <a:lstStyle/>
          <a:p>
            <a:pPr algn="ctr"/>
            <a:r>
              <a:rPr lang="en-GB" sz="1100" kern="0">
                <a:solidFill>
                  <a:schemeClr val="tx1"/>
                </a:solidFill>
              </a:rPr>
              <a:t>* Indicates dates subject to change based on high-level estimates; Refined estimates targeted 1/31</a:t>
            </a:r>
            <a:endParaRPr lang="en-GB" sz="1100" kern="0">
              <a:solidFill>
                <a:schemeClr val="tx1"/>
              </a:solidFill>
              <a:ea typeface="Calibri"/>
              <a:cs typeface="Calibri"/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956C889-59F0-0880-B396-063A27259021}"/>
              </a:ext>
            </a:extLst>
          </p:cNvPr>
          <p:cNvGrpSpPr/>
          <p:nvPr/>
        </p:nvGrpSpPr>
        <p:grpSpPr>
          <a:xfrm>
            <a:off x="7556532" y="1114255"/>
            <a:ext cx="4391048" cy="154819"/>
            <a:chOff x="692777" y="6638628"/>
            <a:chExt cx="4391048" cy="154819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0376C250-144C-3FE4-F8E1-4A7DA559A617}"/>
                </a:ext>
              </a:extLst>
            </p:cNvPr>
            <p:cNvSpPr txBox="1"/>
            <p:nvPr/>
          </p:nvSpPr>
          <p:spPr>
            <a:xfrm>
              <a:off x="692777" y="6639483"/>
              <a:ext cx="476303" cy="153888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l"/>
              <a:r>
                <a:rPr lang="en-GB" sz="1000" b="1" kern="0"/>
                <a:t>Legend</a:t>
              </a:r>
            </a:p>
          </p:txBody>
        </p: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2BBBB1B-3581-C008-B1FF-EA024507C2BD}"/>
                </a:ext>
              </a:extLst>
            </p:cNvPr>
            <p:cNvGrpSpPr/>
            <p:nvPr/>
          </p:nvGrpSpPr>
          <p:grpSpPr>
            <a:xfrm>
              <a:off x="1169080" y="6639483"/>
              <a:ext cx="949653" cy="153888"/>
              <a:chOff x="1169080" y="6636024"/>
              <a:chExt cx="949653" cy="153888"/>
            </a:xfrm>
          </p:grpSpPr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B55C4FD3-0A85-70CD-39EC-26AB7AECD94A}"/>
                  </a:ext>
                </a:extLst>
              </p:cNvPr>
              <p:cNvSpPr>
                <a:spLocks/>
              </p:cNvSpPr>
              <p:nvPr/>
            </p:nvSpPr>
            <p:spPr bwMode="gray">
              <a:xfrm flipV="1">
                <a:off x="1169080" y="6664175"/>
                <a:ext cx="97564" cy="97586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 w="9525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F4E58B08-31F8-61D4-4E8F-0D8D056E25A1}"/>
                  </a:ext>
                </a:extLst>
              </p:cNvPr>
              <p:cNvSpPr txBox="1"/>
              <p:nvPr/>
            </p:nvSpPr>
            <p:spPr>
              <a:xfrm>
                <a:off x="1367161" y="6636024"/>
                <a:ext cx="75157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GB" sz="1000" b="1" kern="0"/>
                  <a:t>Not started</a:t>
                </a:r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BE809A51-A176-C18D-B439-2EECB9E5E51C}"/>
                </a:ext>
              </a:extLst>
            </p:cNvPr>
            <p:cNvGrpSpPr/>
            <p:nvPr/>
          </p:nvGrpSpPr>
          <p:grpSpPr>
            <a:xfrm>
              <a:off x="2029596" y="6639483"/>
              <a:ext cx="674384" cy="153888"/>
              <a:chOff x="1922093" y="6607873"/>
              <a:chExt cx="674384" cy="153888"/>
            </a:xfrm>
          </p:grpSpPr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60DE9FFB-72D8-4C14-DDFE-6BA4B9A2FF31}"/>
                  </a:ext>
                </a:extLst>
              </p:cNvPr>
              <p:cNvSpPr>
                <a:spLocks/>
              </p:cNvSpPr>
              <p:nvPr/>
            </p:nvSpPr>
            <p:spPr bwMode="gray">
              <a:xfrm flipV="1">
                <a:off x="1922093" y="6636024"/>
                <a:ext cx="97564" cy="97586"/>
              </a:xfrm>
              <a:prstGeom prst="ellipse">
                <a:avLst/>
              </a:prstGeom>
              <a:solidFill>
                <a:srgbClr val="00B050"/>
              </a:solidFill>
              <a:ln w="9525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AA088725-B3C2-5098-34A8-84F0C2F651DB}"/>
                  </a:ext>
                </a:extLst>
              </p:cNvPr>
              <p:cNvSpPr txBox="1"/>
              <p:nvPr/>
            </p:nvSpPr>
            <p:spPr>
              <a:xfrm>
                <a:off x="2120174" y="6607873"/>
                <a:ext cx="476303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GB" sz="1000" b="1" kern="0"/>
                  <a:t>On track</a:t>
                </a:r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074288D2-D893-2895-3692-1C7B58081B75}"/>
                </a:ext>
              </a:extLst>
            </p:cNvPr>
            <p:cNvGrpSpPr/>
            <p:nvPr/>
          </p:nvGrpSpPr>
          <p:grpSpPr>
            <a:xfrm>
              <a:off x="2774182" y="6639483"/>
              <a:ext cx="949653" cy="153888"/>
              <a:chOff x="2774182" y="6656666"/>
              <a:chExt cx="949653" cy="153888"/>
            </a:xfrm>
          </p:grpSpPr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1ACFACF0-77E7-A558-228B-709DC05E0BE0}"/>
                  </a:ext>
                </a:extLst>
              </p:cNvPr>
              <p:cNvSpPr>
                <a:spLocks/>
              </p:cNvSpPr>
              <p:nvPr/>
            </p:nvSpPr>
            <p:spPr bwMode="gray">
              <a:xfrm flipV="1">
                <a:off x="2774182" y="6684817"/>
                <a:ext cx="97564" cy="97586"/>
              </a:xfrm>
              <a:prstGeom prst="ellipse">
                <a:avLst/>
              </a:prstGeom>
              <a:solidFill>
                <a:srgbClr val="FFC000"/>
              </a:solidFill>
              <a:ln w="9525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39FB8C0-CED9-6139-1F58-32FF8CCC9F02}"/>
                  </a:ext>
                </a:extLst>
              </p:cNvPr>
              <p:cNvSpPr txBox="1"/>
              <p:nvPr/>
            </p:nvSpPr>
            <p:spPr>
              <a:xfrm>
                <a:off x="2972263" y="6656666"/>
                <a:ext cx="75157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GB" sz="1000" b="1" kern="0"/>
                  <a:t>At risk</a:t>
                </a:r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B1FB3D55-2146-7541-7345-41718F0D719F}"/>
                </a:ext>
              </a:extLst>
            </p:cNvPr>
            <p:cNvGrpSpPr/>
            <p:nvPr/>
          </p:nvGrpSpPr>
          <p:grpSpPr>
            <a:xfrm>
              <a:off x="3382600" y="6638628"/>
              <a:ext cx="949653" cy="153888"/>
              <a:chOff x="3525754" y="6622301"/>
              <a:chExt cx="949653" cy="153888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CEC00193-09D5-4857-710C-5EB6C6707953}"/>
                  </a:ext>
                </a:extLst>
              </p:cNvPr>
              <p:cNvSpPr>
                <a:spLocks/>
              </p:cNvSpPr>
              <p:nvPr/>
            </p:nvSpPr>
            <p:spPr bwMode="gray">
              <a:xfrm flipV="1">
                <a:off x="3525754" y="6650452"/>
                <a:ext cx="97564" cy="97586"/>
              </a:xfrm>
              <a:prstGeom prst="ellipse">
                <a:avLst/>
              </a:prstGeom>
              <a:solidFill>
                <a:srgbClr val="C00000"/>
              </a:solidFill>
              <a:ln w="9525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54029FBB-3E83-ECFA-8384-658CC69309C0}"/>
                  </a:ext>
                </a:extLst>
              </p:cNvPr>
              <p:cNvSpPr txBox="1"/>
              <p:nvPr/>
            </p:nvSpPr>
            <p:spPr>
              <a:xfrm>
                <a:off x="3723835" y="6622301"/>
                <a:ext cx="75157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GB" sz="1000" b="1" kern="0"/>
                  <a:t>Delayed</a:t>
                </a:r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45DA44F7-BDB2-2811-FE88-7ECF30D51C3F}"/>
                </a:ext>
              </a:extLst>
            </p:cNvPr>
            <p:cNvGrpSpPr/>
            <p:nvPr/>
          </p:nvGrpSpPr>
          <p:grpSpPr>
            <a:xfrm>
              <a:off x="4134172" y="6639559"/>
              <a:ext cx="949653" cy="153888"/>
              <a:chOff x="4270340" y="6622301"/>
              <a:chExt cx="949653" cy="153888"/>
            </a:xfrm>
          </p:grpSpPr>
          <p:sp>
            <p:nvSpPr>
              <p:cNvPr id="15" name="Oval 14">
                <a:extLst>
                  <a:ext uri="{FF2B5EF4-FFF2-40B4-BE49-F238E27FC236}">
                    <a16:creationId xmlns:a16="http://schemas.microsoft.com/office/drawing/2014/main" id="{18F8B4FE-A0C6-447C-27E9-58AB32AEDA32}"/>
                  </a:ext>
                </a:extLst>
              </p:cNvPr>
              <p:cNvSpPr>
                <a:spLocks/>
              </p:cNvSpPr>
              <p:nvPr/>
            </p:nvSpPr>
            <p:spPr bwMode="gray">
              <a:xfrm flipV="1">
                <a:off x="4270340" y="6650452"/>
                <a:ext cx="97564" cy="97586"/>
              </a:xfrm>
              <a:prstGeom prst="ellipse">
                <a:avLst/>
              </a:prstGeom>
              <a:solidFill>
                <a:srgbClr val="0078D1"/>
              </a:solidFill>
              <a:ln w="9525">
                <a:noFill/>
                <a:miter lim="800000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73152" tIns="73152" rIns="73152" bIns="73152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200" b="0" i="0" u="none" strike="noStrike" kern="0" cap="none" spc="0" normalizeH="0" baseline="0" noProof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/>
                  <a:ea typeface="+mn-ea"/>
                  <a:cs typeface="+mn-cs"/>
                </a:endParaRPr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09DF9AE7-8316-CE14-9DF9-FC5CE9E878D2}"/>
                  </a:ext>
                </a:extLst>
              </p:cNvPr>
              <p:cNvSpPr txBox="1"/>
              <p:nvPr/>
            </p:nvSpPr>
            <p:spPr>
              <a:xfrm>
                <a:off x="4468421" y="6622301"/>
                <a:ext cx="751572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 algn="l"/>
                <a:r>
                  <a:rPr lang="en-GB" sz="1000" b="1" kern="0"/>
                  <a:t>Complete</a:t>
                </a:r>
              </a:p>
            </p:txBody>
          </p:sp>
        </p:grpSp>
      </p:grpSp>
      <p:sp>
        <p:nvSpPr>
          <p:cNvPr id="25" name="TextBox 24">
            <a:extLst>
              <a:ext uri="{FF2B5EF4-FFF2-40B4-BE49-F238E27FC236}">
                <a16:creationId xmlns:a16="http://schemas.microsoft.com/office/drawing/2014/main" id="{FEB2E8C9-A52E-9D56-8596-855FC60380C0}"/>
              </a:ext>
            </a:extLst>
          </p:cNvPr>
          <p:cNvSpPr txBox="1"/>
          <p:nvPr/>
        </p:nvSpPr>
        <p:spPr>
          <a:xfrm>
            <a:off x="385151" y="806478"/>
            <a:ext cx="609777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kern="0">
                <a:ea typeface="+mn-lt"/>
                <a:cs typeface="+mn-lt"/>
              </a:rPr>
              <a:t>Priority Note: </a:t>
            </a:r>
            <a:r>
              <a:rPr lang="en-US" sz="1200" kern="0">
                <a:ea typeface="+mn-lt"/>
                <a:cs typeface="+mn-lt"/>
              </a:rPr>
              <a:t>Split Duties and FOS Decomm are both running in parallel; Team members from 3+ Squads will contribute to Crew Pay Discovery activities in Release 1.</a:t>
            </a:r>
            <a:endParaRPr lang="en-US" sz="1200" kern="0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698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4898E5-82C7-412E-C125-2BD9E3669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726FD43C-DA55-281E-4FA1-1364A4690A8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11414943"/>
              </p:ext>
            </p:extLst>
          </p:nvPr>
        </p:nvGraphicFramePr>
        <p:xfrm>
          <a:off x="1588" y="1588"/>
          <a:ext cx="1227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7772400" imgH="10058400" progId="TCLayout.ActiveDocument.1">
                  <p:embed/>
                </p:oleObj>
              </mc:Choice>
              <mc:Fallback>
                <p:oleObj name="think-cell Slide" r:id="rId3" imgW="7772400" imgH="10058400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26FD43C-DA55-281E-4FA1-1364A4690A8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227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638E7F23-4766-715D-5EB9-A8F9A5034986}"/>
              </a:ext>
            </a:extLst>
          </p:cNvPr>
          <p:cNvSpPr txBox="1"/>
          <p:nvPr/>
        </p:nvSpPr>
        <p:spPr>
          <a:xfrm>
            <a:off x="457199" y="1396999"/>
            <a:ext cx="11277601" cy="4431983"/>
          </a:xfrm>
          <a:prstGeom prst="rect">
            <a:avLst/>
          </a:prstGeom>
          <a:noFill/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sz="1600" b="1" kern="0">
                <a:solidFill>
                  <a:srgbClr val="002060"/>
                </a:solidFill>
              </a:rPr>
              <a:t>Progress to date: </a:t>
            </a:r>
          </a:p>
          <a:p>
            <a:r>
              <a:rPr lang="en-US" sz="1600" kern="0"/>
              <a:t>AA experts have engaged IBM and DXC in parallel to provide options to address our capacity risk and mitigate the need to invest approximately $10 million in funds to establish a new testing environment. </a:t>
            </a:r>
          </a:p>
          <a:p>
            <a:endParaRPr lang="en-US" sz="1600" kern="0"/>
          </a:p>
          <a:p>
            <a:r>
              <a:rPr lang="en-US" sz="1600" u="sng" kern="0"/>
              <a:t>This week, the IBM engagement has resulted in the following approaches:</a:t>
            </a:r>
            <a:endParaRPr lang="en-US" sz="1600" b="1" u="sng" kern="0"/>
          </a:p>
          <a:p>
            <a:endParaRPr lang="en-US" sz="1600" b="1" kern="0"/>
          </a:p>
          <a:p>
            <a:endParaRPr lang="en-US" sz="1600" b="1" kern="0"/>
          </a:p>
          <a:p>
            <a:endParaRPr lang="en-US" sz="1600" b="1" kern="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/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sz="1600"/>
          </a:p>
          <a:p>
            <a:endParaRPr lang="en-US" sz="1600" b="1"/>
          </a:p>
          <a:p>
            <a:r>
              <a:rPr lang="en-US" sz="1600" b="1">
                <a:solidFill>
                  <a:srgbClr val="002060"/>
                </a:solidFill>
              </a:rPr>
              <a:t>Proposed next steps</a:t>
            </a:r>
            <a:r>
              <a:rPr lang="en-US" sz="1600" b="1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The engagement with IBM will be compared to DXC log analysis and choose the best approach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Options 2 is not aligned with the approach that AA is willing to consider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We will continue our parallel engagement with DXC, as we have been doing over the past months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We will review DXC’s current monitoring process to ensure it achieves the same level of insight as Approach 1 from IBM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5BD5E7-77AF-F324-B758-5E526A9A6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 kern="1200"/>
              <a:t>TDEC MIPS/Resource Utilization - </a:t>
            </a:r>
            <a:r>
              <a:rPr lang="en-US" i="1" kern="1200"/>
              <a:t>update for reference</a:t>
            </a:r>
            <a:br>
              <a:rPr lang="en-US" i="1" kern="1200"/>
            </a:br>
            <a:r>
              <a:rPr lang="en-US" sz="1400" b="0">
                <a:solidFill>
                  <a:schemeClr val="tx1"/>
                </a:solidFill>
              </a:rPr>
              <a:t>Our ongoing approach is to focus on our two guiding principles: </a:t>
            </a:r>
            <a:r>
              <a:rPr lang="en-GB" sz="1400">
                <a:solidFill>
                  <a:schemeClr val="tx1"/>
                </a:solidFill>
              </a:rPr>
              <a:t>Be as non-disruptive as possible </a:t>
            </a:r>
            <a:r>
              <a:rPr lang="en-GB" sz="1400" b="0">
                <a:solidFill>
                  <a:schemeClr val="tx1"/>
                </a:solidFill>
              </a:rPr>
              <a:t>and</a:t>
            </a:r>
            <a:r>
              <a:rPr lang="en-GB" sz="1400">
                <a:solidFill>
                  <a:schemeClr val="tx1"/>
                </a:solidFill>
              </a:rPr>
              <a:t> avoid capital costs </a:t>
            </a:r>
            <a:endParaRPr lang="en-US" sz="1400" b="0">
              <a:solidFill>
                <a:schemeClr val="tx1"/>
              </a:solidFill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2773545-25E1-EF63-CAE3-A86061F153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775788"/>
              </p:ext>
            </p:extLst>
          </p:nvPr>
        </p:nvGraphicFramePr>
        <p:xfrm>
          <a:off x="368299" y="2614770"/>
          <a:ext cx="11366501" cy="1463040"/>
        </p:xfrm>
        <a:graphic>
          <a:graphicData uri="http://schemas.openxmlformats.org/drawingml/2006/table">
            <a:tbl>
              <a:tblPr firstRow="1" bandRow="1">
                <a:tableStyleId>{839DD9DD-9E6C-4910-8AC0-68ADFF6A6AFC}</a:tableStyleId>
              </a:tblPr>
              <a:tblGrid>
                <a:gridCol w="431802">
                  <a:extLst>
                    <a:ext uri="{9D8B030D-6E8A-4147-A177-3AD203B41FA5}">
                      <a16:colId xmlns:a16="http://schemas.microsoft.com/office/drawing/2014/main" val="2024790644"/>
                    </a:ext>
                  </a:extLst>
                </a:gridCol>
                <a:gridCol w="10934699">
                  <a:extLst>
                    <a:ext uri="{9D8B030D-6E8A-4147-A177-3AD203B41FA5}">
                      <a16:colId xmlns:a16="http://schemas.microsoft.com/office/drawing/2014/main" val="233929277"/>
                    </a:ext>
                  </a:extLst>
                </a:gridCol>
              </a:tblGrid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rgbClr val="002060"/>
                          </a:solidFill>
                        </a:rPr>
                        <a:t>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/>
                        <a:t>Mainframe Capacity &amp; MIPS Optimization  </a:t>
                      </a:r>
                      <a:r>
                        <a:rPr lang="en-US" sz="1600" b="0" u="none"/>
                        <a:t>– IBM will review the server logs to identify high usage areas in TDEC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751248464"/>
                  </a:ext>
                </a:extLst>
              </a:tr>
              <a:tr h="731520">
                <a:tc>
                  <a:txBody>
                    <a:bodyPr/>
                    <a:lstStyle/>
                    <a:p>
                      <a:pPr algn="ctr"/>
                      <a:r>
                        <a:rPr lang="en-GB" sz="1600" b="1">
                          <a:solidFill>
                            <a:srgbClr val="002060"/>
                          </a:solidFill>
                        </a:rPr>
                        <a:t>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u="none"/>
                        <a:t>Leverage IBM’s AI tools to review the identified segments </a:t>
                      </a:r>
                      <a:r>
                        <a:rPr lang="en-US" sz="1600" b="0" u="none"/>
                        <a:t>– Based on the results from Option 1, IBM will then use their AI tools to review the areas consuming the most resources and provide suggestions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mpd="sng">
                      <a:noFill/>
                    </a:lnT>
                    <a:lnB w="9525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60963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21148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C9921-3B3B-2067-F559-AB8E22B09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B10F7D8-F791-B7EB-81F5-A28136F1103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95680" y="3665728"/>
            <a:ext cx="10473944" cy="492443"/>
          </a:xfrm>
        </p:spPr>
        <p:txBody>
          <a:bodyPr/>
          <a:lstStyle/>
          <a:p>
            <a:r>
              <a:rPr lang="en-US" kern="1200"/>
              <a:t>Appendix Material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6B75D6-90E5-8F88-0B6D-B90495B0827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23457800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317573F2-1D52-016F-06AE-C7A8360981D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481472753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6" imgH="426" progId="TCLayout.ActiveDocument.1">
                  <p:embed/>
                </p:oleObj>
              </mc:Choice>
              <mc:Fallback>
                <p:oleObj name="think-cell Slide" r:id="rId3" imgW="426" imgH="426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317573F2-1D52-016F-06AE-C7A8360981D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itle 2">
            <a:extLst>
              <a:ext uri="{FF2B5EF4-FFF2-40B4-BE49-F238E27FC236}">
                <a16:creationId xmlns:a16="http://schemas.microsoft.com/office/drawing/2014/main" id="{C610083A-E3DC-8D56-3B57-5A92A8027F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/>
          <a:lstStyle/>
          <a:p>
            <a:r>
              <a:rPr lang="en-US"/>
              <a:t>FOS </a:t>
            </a:r>
            <a:r>
              <a:rPr lang="en-US" err="1"/>
              <a:t>Decomm</a:t>
            </a:r>
            <a:r>
              <a:rPr lang="en-US"/>
              <a:t> Recent Progress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AD33148-599A-AEBB-E30E-9D055B3DCCA9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rPr lang="en-US" sz="1600"/>
              <a:t>Crew Pay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4E4B090-6FD0-94A5-66F9-C3FE42DE8978}"/>
              </a:ext>
            </a:extLst>
          </p:cNvPr>
          <p:cNvSpPr>
            <a:spLocks noGrp="1"/>
          </p:cNvSpPr>
          <p:nvPr>
            <p:ph sz="half" idx="11"/>
          </p:nvPr>
        </p:nvSpPr>
        <p:spPr/>
        <p:txBody>
          <a:bodyPr/>
          <a:lstStyle/>
          <a:p>
            <a:pPr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600"/>
              <a:t> Completed the identification of FCRM data elements </a:t>
            </a:r>
          </a:p>
          <a:p>
            <a:pPr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600"/>
              <a:t> Finalized template to capture the Crew comp mid-range and BU owned excel macros </a:t>
            </a:r>
          </a:p>
          <a:p>
            <a:pPr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600"/>
              <a:t> Kicked off identification of Crew Comp mid-range apps and the FOS source record of FCRM</a:t>
            </a:r>
          </a:p>
          <a:p>
            <a:pPr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600"/>
              <a:t> PI planning complete on 1/14; priority &amp; workload assigned to multiple squads dedicated to FOS discovery work</a:t>
            </a:r>
          </a:p>
          <a:p>
            <a:pPr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600"/>
              <a:t> Completed all three working sessions with 90 potentially dependent product teams for the “Ops/Crew Hub &amp; External Apps dependency plan” milestone</a:t>
            </a:r>
          </a:p>
          <a:p>
            <a:pPr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</a:pPr>
            <a:r>
              <a:rPr lang="en-US" sz="1600"/>
              <a:t> Continued to refine initial target dates for 11 Crew Pay milestones - on track for 1/31 validation</a:t>
            </a:r>
          </a:p>
          <a:p>
            <a:pPr marL="0" indent="0">
              <a:buNone/>
            </a:pPr>
            <a:endParaRPr lang="en-US" sz="160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31ACBC8-CF04-4D19-B168-1453EB85720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sz="1600"/>
              <a:t>Flight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D88D925-38E0-954F-7E0A-A120730218BF}"/>
              </a:ext>
            </a:extLst>
          </p:cNvPr>
          <p:cNvSpPr>
            <a:spLocks noGrp="1"/>
          </p:cNvSpPr>
          <p:nvPr>
            <p:ph sz="quarter" idx="12"/>
          </p:nvPr>
        </p:nvSpPr>
        <p:spPr/>
        <p:txBody>
          <a:bodyPr/>
          <a:lstStyle/>
          <a:p>
            <a:pPr marL="179994" marR="0" lvl="0" indent="-179994" algn="l" defTabSz="9143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Identified 21 systems </a:t>
            </a:r>
            <a:r>
              <a:rPr lang="en-US" sz="1600">
                <a:solidFill>
                  <a:srgbClr val="000000"/>
                </a:solidFill>
                <a:latin typeface="Calibri"/>
              </a:rPr>
              <a:t>so far 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dependent on LPS data and held dependency analysis / working sessions on week of 1/12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Engaged external owners dependent on LPS data, results utilized in requirements and migration planning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TPS external dependencies are much more contained than LPS; continued analysis in progress for completion 1/31</a:t>
            </a:r>
          </a:p>
          <a:p>
            <a:pPr marL="179994" marR="0" lvl="0" indent="-179994" algn="l" defTabSz="9143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Continued hands-on code analysis to determine full decommissioning and design for LPS &amp; TPS</a:t>
            </a:r>
          </a:p>
          <a:p>
            <a:pPr lvl="1">
              <a:spcBef>
                <a:spcPts val="600"/>
              </a:spcBef>
              <a:buClr>
                <a:schemeClr val="tx1"/>
              </a:buClr>
              <a:buSzPct val="100000"/>
              <a:buFont typeface="Arial" panose="020B0604020202020204" pitchFamily="34" charset="0"/>
              <a:buChar char="•"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Analysis/discovery includes TPF code review of all potentially impacted systems; discovery is in progress for ACARS, FOS Cargo, DECS, FIMI, OASIS, TPS, WSS, XP/XML</a:t>
            </a:r>
          </a:p>
          <a:p>
            <a:pPr marL="179994" marR="0" lvl="0" indent="-179994" algn="l" defTabSz="9143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TPS / LPS Initial Migration Strategy document is complete; final review to be complete by 1/31</a:t>
            </a:r>
            <a:endParaRPr lang="en-US" sz="1600">
              <a:solidFill>
                <a:srgbClr val="000000"/>
              </a:solidFill>
              <a:latin typeface="Calibri"/>
            </a:endParaRPr>
          </a:p>
          <a:p>
            <a:pPr marL="179994" marR="0" lvl="0" indent="-179994" algn="l" defTabSz="9143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B050"/>
              </a:buClr>
              <a:buSzPct val="100000"/>
              <a:buFont typeface="Wingdings" panose="05000000000000000000" pitchFamily="2" charset="2"/>
              <a:buChar char="ü"/>
              <a:tabLst/>
              <a:defRPr/>
            </a:pPr>
            <a:r>
              <a:rPr lang="en-US" sz="1600">
                <a:solidFill>
                  <a:srgbClr val="000000"/>
                </a:solidFill>
              </a:rPr>
              <a:t>Continued to refine initial target dates for discovery – on track for 1/23 validation </a:t>
            </a:r>
          </a:p>
          <a:p>
            <a:pPr marL="0" marR="0" lvl="0" indent="0" algn="l" defTabSz="9143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B050"/>
              </a:buClr>
              <a:buSzPct val="100000"/>
              <a:buNone/>
              <a:tabLst/>
              <a:defRPr/>
            </a:pP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37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B050"/>
              </a:buClr>
              <a:buSzPct val="100000"/>
              <a:buNone/>
              <a:tabLst/>
              <a:defRPr/>
            </a:pPr>
            <a:endParaRPr lang="en-US" sz="1600"/>
          </a:p>
        </p:txBody>
      </p:sp>
    </p:spTree>
    <p:extLst>
      <p:ext uri="{BB962C8B-B14F-4D97-AF65-F5344CB8AC3E}">
        <p14:creationId xmlns:p14="http://schemas.microsoft.com/office/powerpoint/2010/main" val="62585989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0298056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TP_TOOLSPOWERPOINTCONFIGV2" val="{&quot;ConfigName&quot;:&quot;Oliver Wyman Widescreen&quot;,&quot;BracketAndBrace&quot;:{&quot;Brace&quot;:{&quot;Line&quot;:{&quot;Visible&quot;:true,&quot;Color&quot;:[{&quot;Source&quot;:2,&quot;Data&quot;:&quot;msoThemeColorText1&quot;}],&quot;Width&quot;:0.75},&quot;Width&quot;:14.4,&quot;Height&quot;:144.0,&quot;Adjustments&quot;:[0.5],&quot;AdjustmentsString&quot;:&quot;1&quot;},&quot;Bracket&quot;:{&quot;Line&quot;:{&quot;Visible&quot;:true,&quot;Color&quot;:[{&quot;Source&quot;:2,&quot;Data&quot;:&quot;msoThemeColorText1&quot;}],&quot;Width&quot;:0.75},&quot;Width&quot;:7.2,&quot;Height&quot;:144.0,&quot;Adjustments&quot;:[1.0],&quot;AdjustmentsString&quot;:&quot;1&quot;}},&quot;CalloutOutline&quot;:{&quot;Line&quot;:{&quot;Visible&quot;:true,&quot;Color&quot;:[{&quot;Source&quot;:2,&quot;Data&quot;:&quot;msoThemeColorAccent4&quot;}],&quot;Width&quot;:0.75},&quot;FillColor&quot;:[{&quot;Source&quot;:2,&quot;Data&quot;:&quot;msoThemeColorAccent4&quot;}],&quot;Font&quot;:{&quot;Color&quot;:[{&quot;Source&quot;:2,&quot;Data&quot;:&quot;msoThemeColorText1&quot;}],&quot;Name&quot;:&quot;+mn-lt&quot;,&quot;Style&quot;:0,&quot;Size&quot;:12}},&quot;Caret&quot;:{&quot;FillColor&quot;:[],&quot;LineColor&quot;:[{&quot;Source&quot;:2,&quot;Data&quot;:&quot;msoThemeColorText1&quot;}],&quot;SmallCaretLineWeight&quot;:1.5,&quot;LargeCaretLineWeight&quot;:2.25},&quot;Lines&quot;:{&quot;LineColor&quot;:[{&quot;Source&quot;:2,&quot;Data&quot;:&quot;msoThemeColorText1&quot;}],&quot;LineWidth&quot;:0.75},&quot;Circle&quot;:{&quot;Offset&quot;:&quot;-5, 2&quot;,&quot;Font&quot;:{&quot;Color&quot;:[{&quot;Source&quot;:2,&quot;Data&quot;:&quot;msoThemeColorText1&quot;}],&quot;Name&quot;:&quot;+mn-lt&quot;,&quot;Style&quot;:0,&quot;Size&quot;:10},&quot;FillColor&quot;:[{&quot;Source&quot;:2,&quot;Data&quot;:&quot;msoThemeColorBackground1&quot;}],&quot;Line&quot;:{&quot;Visible&quot;:true,&quot;Color&quot;:[{&quot;Source&quot;:2,&quot;Data&quot;:&quot;msoThemeColorText1&quot;}],&quot;Width&quot;:0.75}},&quot;CrossTick&quot;:{&quot;Cross&quot;:{&quot;Visible&quot;:true,&quot;Color&quot;:[{&quot;Source&quot;:2,&quot;Data&quot;:&quot;msoThemeColorText1&quot;}],&quot;Width&quot;:1.5},&quot;Tick&quot;:{&quot;Visible&quot;:true,&quot;Color&quot;:[{&quot;Source&quot;:2,&quot;Data&quot;:&quot;msoThemeColorText1&quot;}],&quot;Width&quot;:1.5}},&quot;Highlight&quot;:{&quot;Line&quot;:{&quot;Visible&quot;:true,&quot;Color&quot;:[{&quot;Source&quot;:0,&quot;Data&quot;:&quot;Yellow&quot;},{&quot;Source&quot;:1,&quot;Data&quot;:&quot;0x00BEFF&quot;}],&quot;Width&quot;:1.5},&quot;Font&quot;:{&quot;Color&quot;:[{&quot;Source&quot;:0,&quot;Data&quot;:&quot;Yellow&quot;},{&quot;Source&quot;:1,&quot;Data&quot;:&quot;0x00BEFF&quot;}],&quot;Name&quot;:&quot;+mn-lt&quot;,&quot;Style&quot;:1,&quot;Size&quot;:12},&quot;Alignment&quot;:1,&quot;VerticalAnchor&quot;:1},&quot;Title&quot;:{&quot;SubTitle&quot;:{&quot;Font&quot;:{&quot;Color&quot;:[{&quot;Source&quot;:2,&quot;Data&quot;:&quot;msoThemeColorText1&quot;}],&quot;Name&quot;:&quot;+mn-lt&quot;,&quot;Style&quot;:0,&quot;Size&quot;:16},&quot;AllCaps&quot;:false}},&quot;Headings&quot;:{&quot;Heading&quot;:{&quot;Font&quot;:{&quot;Color&quot;:[{&quot;Source&quot;:2,&quot;Data&quot;:&quot;msoThemeColorText1&quot;}],&quot;Name&quot;:&quot;+mn-lt&quot;,&quot;Style&quot;:2,&quot;Size&quot;:14}},&quot;Subheading&quot;:{&quot;Font&quot;:{&quot;Color&quot;:[{&quot;Source&quot;:2,&quot;Data&quot;:&quot;msoThemeColorText1&quot;}],&quot;Name&quot;:&quot;+mn-lt&quot;,&quot;Style&quot;:0,&quot;Size&quot;:14}}},&quot;Conclusion&quot;:{&quot;Fill&quot;:{&quot;FillType&quot;:0,&quot;Color&quot;:[]},&quot;VisibleBorders&quot;:[3,1],&quot;Line&quot;:{&quot;Visible&quot;:true,&quot;Color&quot;:[{&quot;Source&quot;:2,&quot;Data&quot;:&quot;msoThemeColorText1&quot;}],&quot;Width&quot;:0.75},&quot;Font&quot;:{&quot;Color&quot;:[{&quot;Source&quot;:2,&quot;Data&quot;:&quot;msoThemeColorText1&quot;}],&quot;Name&quot;:&quot;+mn-lt&quot;,&quot;Style&quot;:0,&quot;Size&quot;:16}},&quot;FootNote&quot;:{&quot;Font&quot;:{&quot;Color&quot;:[{&quot;Source&quot;:2,&quot;Data&quot;:&quot;msoThemeColorText1&quot;}],&quot;Name&quot;:&quot;+mn-lt&quot;,&quot;Style&quot;:0,&quot;Size&quot;:8},&quot;VerticalAnchor&quot;:4},&quot;Bullet&quot;:{&quot;List1Level&quot;:1,&quot;List2Level&quot;:2,&quot;List3Level&quot;:3,&quot;List4Level&quot;:4},&quot;TableSettings&quot;:{&quot;Heading&quot;:{&quot;Font&quot;:{&quot;Color&quot;:[{&quot;Source&quot;:2,&quot;Data&quot;:&quot;msoThemeColorText1&quot;}],&quot;Name&quot;:&quot;+mn-lt&quot;,&quot;Style&quot;:2,&quot;Size&quot;:null},&quot;Alignment&quot;:1,&quot;VerticalAnchor&quot;:4},&quot;RowHeading&quot;:{&quot;Font&quot;:{&quot;Color&quot;:[{&quot;Source&quot;:2,&quot;Data&quot;:&quot;msoThemeColorText1&quot;}],&quot;Name&quot;:&quot;+mn-lt&quot;,&quot;Style&quot;:2,&quot;Size&quot;:null},&quot;Alignment&quot;:1,&quot;VerticalAnchor&quot;:1},&quot;Text&quot;:{&quot;Font&quot;:{&quot;Color&quot;:[{&quot;Source&quot;:2,&quot;Data&quot;:&quot;msoThemeColorText1&quot;}],&quot;Name&quot;:&quot;+mn-lt&quot;,&quot;Style&quot;:0,&quot;Size&quot;:null},&quot;Alignment&quot;:1,&quot;VerticalAnchor&quot;:1},&quot;Lines&quot;:{&quot;Visible&quot;:true,&quot;Color&quot;:[{&quot;Source&quot;:2,&quot;Data&quot;:&quot;msoThemeColorText1&quot;}],&quot;Width&quot;:0.75}},&quot;Harvey&quot;:{&quot;Lines&quot;:{&quot;Visible&quot;:true,&quot;Color&quot;:[{&quot;Source&quot;:2,&quot;Data&quot;:&quot;msoThemeColorAccent1&quot;}],&quot;Width&quot;:0.75},&quot;ArcFill&quot;:[{&quot;Source&quot;:2,&quot;Data&quot;:&quot;msoThemeColorAccent1&quot;}],&quot;BallFill&quot;:[{&quot;Source&quot;:2,&quot;Data&quot;:&quot;msoThemeColorBackground1&quot;}]},&quot;Label&quot;:{&quot;Font&quot;:{&quot;Color&quot;:[{&quot;Source&quot;:2,&quot;Data&quot;:&quot;msoThemeColorAccent1&quot;}],&quot;Name&quot;:&quot;+mn-lt&quot;,&quot;Style&quot;:2,&quot;Size&quot;:10},&quot;Line&quot;:{&quot;Visible&quot;:true,&quot;Color&quot;:[{&quot;Source&quot;:2,&quot;Data&quot;:&quot;msoThemeColorAccent1&quot;}],&quot;Width&quot;:0.75},&quot;Fill&quot;:{&quot;FillType&quot;:0,&quot;Color&quot;:[]}},&quot;Ghost&quot;:{&quot;Font&quot;:{&quot;Color&quot;:[{&quot;Source&quot;:2,&quot;Data&quot;:&quot;msoThemeColorAccent3&quot;}],&quot;Name&quot;:&quot;+mn-lt&quot;,&quot;Style&quot;:0,&quot;Size&quot;:11}}}"/>
  <p:tag name="DTP_TOOLSPOWERPOINTCONFIG" val="{&quot;ConfigName&quot;:&quot;Oliver Wyman Widescreen&quot;,&quot;BracketAndBrace&quot;:{&quot;Brace&quot;:{&quot;Line&quot;:{&quot;Visible&quot;:true,&quot;Color&quot;:[{&quot;Source&quot;:2,&quot;Data&quot;:&quot;msoThemeColorText1&quot;}],&quot;Width&quot;:0.75},&quot;Width&quot;:14.4,&quot;Height&quot;:144.0,&quot;Adjustments&quot;:[1.0],&quot;AdjustmentsString&quot;:&quot;1&quot;},&quot;Bracket&quot;:{&quot;Line&quot;:{&quot;Visible&quot;:true,&quot;Color&quot;:[{&quot;Source&quot;:2,&quot;Data&quot;:&quot;msoThemeColorText1&quot;}],&quot;Width&quot;:0.75},&quot;Width&quot;:7.2,&quot;Height&quot;:144.0,&quot;Adjustments&quot;:[1.0],&quot;AdjustmentsString&quot;:&quot;1&quot;}},&quot;CalloutOutline&quot;:{&quot;Line&quot;:{&quot;Visible&quot;:true,&quot;Color&quot;:[{&quot;Source&quot;:2,&quot;Data&quot;:&quot;msoThemeColorAccent4&quot;}],&quot;Width&quot;:0.75},&quot;FillColor&quot;:[{&quot;Source&quot;:2,&quot;Data&quot;:&quot;msoThemeColorAccent4&quot;}],&quot;Font&quot;:{&quot;Color&quot;:[{&quot;Source&quot;:2,&quot;Data&quot;:&quot;msoThemeColorText1&quot;}],&quot;Name&quot;:&quot;+mn-lt&quot;,&quot;Style&quot;:0,&quot;Size&quot;:12}},&quot;Caret&quot;:{&quot;FillColor&quot;:[],&quot;LineColor&quot;:[{&quot;Source&quot;:2,&quot;Data&quot;:&quot;msoThemeColorText1&quot;}],&quot;SmallCaretLineWeight&quot;:1.5,&quot;LargeCaretLineWeight&quot;:2.25},&quot;Lines&quot;:{&quot;LineColor&quot;:[{&quot;Source&quot;:2,&quot;Data&quot;:&quot;msoThemeColorText1&quot;}],&quot;LineWidth&quot;:0.75},&quot;Circle&quot;:{&quot;Offset&quot;:&quot;-5, 2&quot;,&quot;Font&quot;:{&quot;Color&quot;:[{&quot;Source&quot;:2,&quot;Data&quot;:&quot;msoThemeColorText1&quot;}],&quot;Name&quot;:&quot;+mn-lt&quot;,&quot;Style&quot;:0,&quot;Size&quot;:10},&quot;FillColor&quot;:[{&quot;Source&quot;:2,&quot;Data&quot;:&quot;msoThemeColorBackground1&quot;}],&quot;Line&quot;:{&quot;Visible&quot;:true,&quot;Color&quot;:[{&quot;Source&quot;:2,&quot;Data&quot;:&quot;msoThemeColorText1&quot;}],&quot;Width&quot;:0.75}},&quot;CrossTick&quot;:{&quot;Cross&quot;:{&quot;Visible&quot;:true,&quot;Color&quot;:[{&quot;Source&quot;:2,&quot;Data&quot;:&quot;msoThemeColorText1&quot;}],&quot;Width&quot;:1.5},&quot;Tick&quot;:{&quot;Visible&quot;:true,&quot;Color&quot;:[{&quot;Source&quot;:2,&quot;Data&quot;:&quot;msoThemeColorText1&quot;}],&quot;Width&quot;:1.5}},&quot;Highlight&quot;:{&quot;Line&quot;:{&quot;Visible&quot;:true,&quot;Color&quot;:[{&quot;Source&quot;:0,&quot;Data&quot;:&quot;Yellow&quot;},{&quot;Source&quot;:1,&quot;Data&quot;:&quot;0x00BEFF&quot;}],&quot;Width&quot;:1.5},&quot;Font&quot;:{&quot;Color&quot;:[{&quot;Source&quot;:0,&quot;Data&quot;:&quot;Yellow&quot;},{&quot;Source&quot;:1,&quot;Data&quot;:&quot;0x00BEFF&quot;}],&quot;Name&quot;:&quot;+mn-lt&quot;,&quot;Style&quot;:1,&quot;Size&quot;:12},&quot;Alignment&quot;:1,&quot;VerticalAnchor&quot;:1},&quot;Title&quot;:{&quot;SubTitle&quot;:{&quot;Font&quot;:{&quot;Color&quot;:[{&quot;Source&quot;:2,&quot;Data&quot;:&quot;msoThemeColorText1&quot;}],&quot;Name&quot;:&quot;+mn-lt&quot;,&quot;Style&quot;:0,&quot;Size&quot;:16},&quot;AllCaps&quot;:false}},&quot;Headings&quot;:{&quot;Heading&quot;:{&quot;Font&quot;:{&quot;Color&quot;:[{&quot;Source&quot;:2,&quot;Data&quot;:&quot;msoThemeColorText1&quot;}],&quot;Name&quot;:&quot;+mn-lt&quot;,&quot;Style&quot;:2,&quot;Size&quot;:14}},&quot;Subheading&quot;:{&quot;Font&quot;:{&quot;Color&quot;:[{&quot;Source&quot;:2,&quot;Data&quot;:&quot;msoThemeColorText1&quot;}],&quot;Name&quot;:&quot;+mn-lt&quot;,&quot;Style&quot;:0,&quot;Size&quot;:14}}},&quot;Conclusion&quot;:{&quot;Fill&quot;:{&quot;FillType&quot;:0,&quot;Color&quot;:[]},&quot;VisibleBorders&quot;:[3,1],&quot;Line&quot;:{&quot;Visible&quot;:true,&quot;Color&quot;:[{&quot;Source&quot;:2,&quot;Data&quot;:&quot;msoThemeColorText1&quot;}],&quot;Width&quot;:0.75},&quot;Font&quot;:{&quot;Color&quot;:[{&quot;Source&quot;:2,&quot;Data&quot;:&quot;msoThemeColorText1&quot;}],&quot;Name&quot;:&quot;+mn-lt&quot;,&quot;Style&quot;:0,&quot;Size&quot;:16}},&quot;FootNote&quot;:{&quot;Font&quot;:{&quot;Color&quot;:[{&quot;Source&quot;:2,&quot;Data&quot;:&quot;msoThemeColorText1&quot;}],&quot;Name&quot;:&quot;+mn-lt&quot;,&quot;Style&quot;:0,&quot;Size&quot;:8},&quot;VerticalAnchor&quot;:4},&quot;Bullet&quot;:{&quot;List1Level&quot;:1,&quot;List2Level&quot;:2,&quot;List3Level&quot;:3,&quot;List4Level&quot;:4},&quot;TableSettings&quot;:{&quot;Heading&quot;:{&quot;Font&quot;:{&quot;Color&quot;:[{&quot;Source&quot;:2,&quot;Data&quot;:&quot;msoThemeColorText1&quot;}],&quot;Name&quot;:&quot;+mn-lt&quot;,&quot;Style&quot;:2,&quot;Size&quot;:null},&quot;Alignment&quot;:1,&quot;VerticalAnchor&quot;:4},&quot;RowHeading&quot;:{&quot;Font&quot;:{&quot;Color&quot;:[{&quot;Source&quot;:2,&quot;Data&quot;:&quot;msoThemeColorText1&quot;}],&quot;Name&quot;:&quot;+mn-lt&quot;,&quot;Style&quot;:2,&quot;Size&quot;:null},&quot;Alignment&quot;:1,&quot;VerticalAnchor&quot;:1},&quot;Text&quot;:{&quot;Font&quot;:{&quot;Color&quot;:[{&quot;Source&quot;:2,&quot;Data&quot;:&quot;msoThemeColorText1&quot;}],&quot;Name&quot;:&quot;+mn-lt&quot;,&quot;Style&quot;:0,&quot;Size&quot;:null},&quot;Alignment&quot;:1,&quot;VerticalAnchor&quot;:1},&quot;Lines&quot;:{&quot;Visible&quot;:true,&quot;Color&quot;:[{&quot;Source&quot;:2,&quot;Data&quot;:&quot;msoThemeColorText1&quot;}],&quot;Width&quot;:0.75}},&quot;Harvey&quot;:{&quot;Lines&quot;:{&quot;Visible&quot;:true,&quot;Color&quot;:[{&quot;Source&quot;:2,&quot;Data&quot;:&quot;msoThemeColorAccent1&quot;}],&quot;Width&quot;:0.75},&quot;ArcFill&quot;:[{&quot;Source&quot;:2,&quot;Data&quot;:&quot;msoThemeColorAccent1&quot;}],&quot;BallFill&quot;:[{&quot;Source&quot;:2,&quot;Data&quot;:&quot;msoThemeColorBackground1&quot;}]},&quot;Label&quot;:{&quot;Font&quot;:{&quot;Color&quot;:[{&quot;Source&quot;:2,&quot;Data&quot;:&quot;msoThemeColorAccent1&quot;}],&quot;Name&quot;:&quot;+mn-lt&quot;,&quot;Style&quot;:2,&quot;Size&quot;:10},&quot;Line&quot;:{&quot;Visible&quot;:true,&quot;Color&quot;:[{&quot;Source&quot;:2,&quot;Data&quot;:&quot;msoThemeColorAccent1&quot;}],&quot;Width&quot;:0.75}},&quot;Ghost&quot;:{&quot;Font&quot;:{&quot;Color&quot;:[{&quot;Source&quot;:2,&quot;Data&quot;:&quot;msoThemeColorAccent3&quot;}],&quot;Name&quot;:&quot;+mn-lt&quot;,&quot;Style&quot;:0,&quot;Size&quot;:11}}}"/>
  <p:tag name="THINKCELLPRESENTATIONDONOTDELETE" val="&lt;?xml version=&quot;1.0&quot; encoding=&quot;UTF-16&quot; standalone=&quot;yes&quot;?&gt;&lt;root reqver=&quot;28224&quot;&gt;&lt;version val=&quot;35788&quot;/&gt;&lt;CPresentation id=&quot;1&quot;&gt;&lt;m_precDefaultNumber&gt;&lt;m_bNumberIsYear val=&quot;1&quot;/&gt;&lt;m_chMinusSymbol&gt;-&lt;/m_chMinusSymbol&gt;&lt;m_chDecimalSymbol17909&gt;.&lt;/m_chDecimalSymbol17909&gt;&lt;m_nGroupingDigits17909 val=&quot;3&quot;/&gt;&lt;m_chGroupingSymbol17909&gt;,&lt;/m_chGroupingSymbol17909&gt;&lt;m_yearfmt&gt;&lt;begin val=&quot;0&quot;/&gt;&lt;end val=&quot;4&quot;/&gt;&lt;/m_yearfmt&gt;&lt;/m_precDefaultNumber&gt;&lt;m_precDefaultPercent&gt;&lt;m_bNumberIsYear val=&quot;1&quot;/&gt;&lt;m_chMinusSymbol&gt;-&lt;/m_chMinusSymbol&gt;&lt;m_nDecimalDigits17909 val=&quot;0&quot;/&gt;&lt;m_chDecimalSymbol17909&gt;.&lt;/m_chDecimalSymbol17909&gt;&lt;m_nGroupingDigits17909 val=&quot;3&quot;/&gt;&lt;m_chGroupingSymbol17909&gt;,&lt;/m_chGroupingSymbol17909&gt;&lt;m_strSuffix17909&gt;%&lt;/m_strSuffix17909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#m/%d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6&quot;&gt;&lt;elem m_fUsage=&quot;3.95019746103061031306E+00&quot;&gt;&lt;m_msothmcolidx val=&quot;0&quot;/&gt;&lt;m_rgb r=&quot;ED&quot; g=&quot;7A&quot; b=&quot;2B&quot;/&gt;&lt;/elem&gt;&lt;elem m_fUsage=&quot;1.44820749609000021252E+00&quot;&gt;&lt;m_msothmcolidx val=&quot;0&quot;/&gt;&lt;m_rgb r=&quot;4A&quot; g=&quot;B2&quot; b=&quot;FF&quot;/&gt;&lt;/elem&gt;&lt;elem m_fUsage=&quot;9.18861489000000197791E-01&quot;&gt;&lt;m_msothmcolidx val=&quot;0&quot;/&gt;&lt;m_rgb r=&quot;4F&quot; g=&quot;70&quot; b=&quot;8A&quot;/&gt;&lt;/elem&gt;&lt;elem m_fUsage=&quot;7.79145650100000142224E-01&quot;&gt;&lt;m_msothmcolidx val=&quot;0&quot;/&gt;&lt;m_rgb r=&quot;82&quot; g=&quot;A4&quot; b=&quot;C0&quot;/&gt;&lt;/elem&gt;&lt;elem m_fUsage=&quot;5.90490000000000181402E-01&quot;&gt;&lt;m_msothmcolidx val=&quot;0&quot;/&gt;&lt;m_rgb r=&quot;4D&quot; g=&quot;69&quot; b=&quot;77&quot;/&gt;&lt;/elem&gt;&lt;elem m_fUsage=&quot;4.60077714927549119572E-01&quot;&gt;&lt;m_msothmcolidx val=&quot;0&quot;/&gt;&lt;m_rgb r=&quot;00&quot; g=&quot;B0&quot; b=&quot;50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Vanilla Widescreen">
  <a:themeElements>
    <a:clrScheme name="Vanilla">
      <a:dk1>
        <a:srgbClr val="000000"/>
      </a:dk1>
      <a:lt1>
        <a:srgbClr val="FFFFFF"/>
      </a:lt1>
      <a:dk2>
        <a:srgbClr val="00457F"/>
      </a:dk2>
      <a:lt2>
        <a:srgbClr val="FFFFFF"/>
      </a:lt2>
      <a:accent1>
        <a:srgbClr val="0078D1"/>
      </a:accent1>
      <a:accent2>
        <a:srgbClr val="9DA6AA"/>
      </a:accent2>
      <a:accent3>
        <a:srgbClr val="E6ECEF"/>
      </a:accent3>
      <a:accent4>
        <a:srgbClr val="415763"/>
      </a:accent4>
      <a:accent5>
        <a:srgbClr val="C20018"/>
      </a:accent5>
      <a:accent6>
        <a:srgbClr val="0061AB"/>
      </a:accent6>
      <a:hlink>
        <a:srgbClr val="515151"/>
      </a:hlink>
      <a:folHlink>
        <a:srgbClr val="CBCBCB"/>
      </a:folHlink>
    </a:clrScheme>
    <a:fontScheme name="Vanilla">
      <a:majorFont>
        <a:latin typeface="Calibri"/>
        <a:ea typeface=""/>
        <a:cs typeface=""/>
        <a:font script="Jpan" typeface="Meiryo"/>
        <a:font script="Hang" typeface="맑은 고딕"/>
        <a:font script="Hans" typeface="DengXian"/>
        <a:font script="Hant" typeface="DengXian"/>
        <a:font script="Arab" typeface="Duba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eiryo"/>
        <a:font script="Hang" typeface="맑은 고딕"/>
        <a:font script="Hans" typeface="DengXian"/>
        <a:font script="Hant" typeface="DengXian"/>
        <a:font script="Arab" typeface="Duba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inorFont>
    </a:fontScheme>
    <a:fmtScheme name="Vanilla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  <a:miter lim="800000"/>
        </a:ln>
      </a:spPr>
      <a:bodyPr lIns="73152" tIns="73152" rIns="73152" bIns="73152" rtlCol="0" anchor="ctr"/>
      <a:lstStyle>
        <a:defPPr algn="ctr">
          <a:defRPr sz="14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kern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W_AmericanAirlines.potx" id="{FFB65626-FB08-4F92-80A7-A43B79AA56C6}" vid="{478C8E79-4EA5-4B87-A65C-EF843EBFA4AC}"/>
    </a:ext>
  </a:extLst>
</a:theme>
</file>

<file path=ppt/theme/theme2.xml><?xml version="1.0" encoding="utf-8"?>
<a:theme xmlns:a="http://schemas.openxmlformats.org/drawingml/2006/main" name="1_Vanilla Widescreen">
  <a:themeElements>
    <a:clrScheme name="Vanilla">
      <a:dk1>
        <a:srgbClr val="000000"/>
      </a:dk1>
      <a:lt1>
        <a:srgbClr val="FFFFFF"/>
      </a:lt1>
      <a:dk2>
        <a:srgbClr val="00457F"/>
      </a:dk2>
      <a:lt2>
        <a:srgbClr val="FFFFFF"/>
      </a:lt2>
      <a:accent1>
        <a:srgbClr val="0078D1"/>
      </a:accent1>
      <a:accent2>
        <a:srgbClr val="9DA6AA"/>
      </a:accent2>
      <a:accent3>
        <a:srgbClr val="E6ECEF"/>
      </a:accent3>
      <a:accent4>
        <a:srgbClr val="415763"/>
      </a:accent4>
      <a:accent5>
        <a:srgbClr val="C20018"/>
      </a:accent5>
      <a:accent6>
        <a:srgbClr val="0061AB"/>
      </a:accent6>
      <a:hlink>
        <a:srgbClr val="515151"/>
      </a:hlink>
      <a:folHlink>
        <a:srgbClr val="CBCBCB"/>
      </a:folHlink>
    </a:clrScheme>
    <a:fontScheme name="Vanilla">
      <a:majorFont>
        <a:latin typeface="Calibri"/>
        <a:ea typeface=""/>
        <a:cs typeface=""/>
        <a:font script="Jpan" typeface="Meiryo"/>
        <a:font script="Hang" typeface="맑은 고딕"/>
        <a:font script="Hans" typeface="DengXian"/>
        <a:font script="Hant" typeface="DengXian"/>
        <a:font script="Arab" typeface="Duba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eiryo"/>
        <a:font script="Hang" typeface="맑은 고딕"/>
        <a:font script="Hans" typeface="DengXian"/>
        <a:font script="Hant" typeface="DengXian"/>
        <a:font script="Arab" typeface="Duba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inorFont>
    </a:fontScheme>
    <a:fmtScheme name="Vanilla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  <a:miter lim="800000"/>
        </a:ln>
      </a:spPr>
      <a:bodyPr lIns="73152" tIns="73152" rIns="73152" bIns="73152" rtlCol="0" anchor="ctr"/>
      <a:lstStyle>
        <a:defPPr algn="ctr">
          <a:defRPr sz="14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kern="0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2025 AA Template.pptx" id="{1EF1497A-F196-4B77-B3A0-4CC1C4B05027}" vid="{706B6DF2-9517-4210-8981-A2254238A9FA}"/>
    </a:ext>
  </a:extLst>
</a:theme>
</file>

<file path=ppt/theme/theme3.xml><?xml version="1.0" encoding="utf-8"?>
<a:theme xmlns:a="http://schemas.openxmlformats.org/drawingml/2006/main" name="Oliver Wyman">
  <a:themeElements>
    <a:clrScheme name="Oliver Wyma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2C77"/>
      </a:accent1>
      <a:accent2>
        <a:srgbClr val="009DE0"/>
      </a:accent2>
      <a:accent3>
        <a:srgbClr val="949494"/>
      </a:accent3>
      <a:accent4>
        <a:srgbClr val="DADADA"/>
      </a:accent4>
      <a:accent5>
        <a:srgbClr val="275D38"/>
      </a:accent5>
      <a:accent6>
        <a:srgbClr val="00AC41"/>
      </a:accent6>
      <a:hlink>
        <a:srgbClr val="2C6EF2"/>
      </a:hlink>
      <a:folHlink>
        <a:srgbClr val="2C6EF2"/>
      </a:folHlink>
    </a:clrScheme>
    <a:fontScheme name="Oliver Wyman">
      <a:majorFont>
        <a:latin typeface="MMC Display Condensed"/>
        <a:ea typeface=""/>
        <a:cs typeface=""/>
        <a:font script="Jpan" typeface="Meiryo"/>
        <a:font script="Hang" typeface="맑은 고딕"/>
        <a:font script="Hans" typeface="Microsoft YaHei"/>
        <a:font script="Hant" typeface="Microsoft YaHei"/>
        <a:font script="Arab" typeface="Duba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eiryo"/>
        <a:font script="Hang" typeface="맑은 고딕"/>
        <a:font script="Hans" typeface="DengXian"/>
        <a:font script="Hant" typeface="DengXian"/>
        <a:font script="Arab" typeface="Duba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inorFont>
    </a:fontScheme>
    <a:fmtScheme name="Oliver Wyman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  <a:miter lim="800000"/>
        </a:ln>
      </a:spPr>
      <a:bodyPr lIns="73152" tIns="73152" rIns="73152" bIns="73152" rtlCol="0" anchor="ctr"/>
      <a:lstStyle>
        <a:defPPr algn="ctr">
          <a:defRPr sz="14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kern="0" dirty="0" err="1" smtClean="0"/>
        </a:defPPr>
      </a:lstStyle>
    </a:txDef>
  </a:objectDefaults>
  <a:extraClrSchemeLst/>
  <a:custClrLst>
    <a:custClr name="Dark blue">
      <a:srgbClr val="002C77"/>
    </a:custClr>
    <a:custClr name="Dark gray">
      <a:srgbClr val="565656"/>
    </a:custClr>
    <a:custClr name="Dark green">
      <a:srgbClr val="275D38"/>
    </a:custClr>
    <a:custClr name="Dark yellow">
      <a:srgbClr val="965D00"/>
    </a:custClr>
    <a:custClr name="Dark orange">
      <a:srgbClr val="A32E00"/>
    </a:custClr>
    <a:custClr name="Dark crimson">
      <a:srgbClr val="9A1C1F"/>
    </a:custClr>
    <a:custClr name="Dark pink">
      <a:srgbClr val="B2025B"/>
    </a:custClr>
    <a:custClr name="Dark purple">
      <a:srgbClr val="463282"/>
    </a:custClr>
    <a:custClr name="Dark blue gray">
      <a:srgbClr val="4E6287"/>
    </a:custClr>
    <a:custClr name="Danger red">
      <a:srgbClr val="C53532"/>
    </a:custClr>
    <a:custClr name="Blue">
      <a:srgbClr val="009DE0"/>
    </a:custClr>
    <a:custClr name="Gray">
      <a:srgbClr val="949494"/>
    </a:custClr>
    <a:custClr name="Green">
      <a:srgbClr val="00AC41"/>
    </a:custClr>
    <a:custClr name="Yellow">
      <a:srgbClr val="FFBE00"/>
    </a:custClr>
    <a:custClr name="Orange">
      <a:srgbClr val="FF8C00"/>
    </a:custClr>
    <a:custClr name="Crimson">
      <a:srgbClr val="EF4E45"/>
    </a:custClr>
    <a:custClr name="Pink">
      <a:srgbClr val="EE3D8B"/>
    </a:custClr>
    <a:custClr name="Purple">
      <a:srgbClr val="8246AF"/>
    </a:custClr>
    <a:custClr name="Blue gray">
      <a:srgbClr val="8096B2"/>
    </a:custClr>
    <a:custClr name="Warning yellow">
      <a:srgbClr val="FFBE00"/>
    </a:custClr>
    <a:custClr name="Light blue">
      <a:srgbClr val="76D3FF"/>
    </a:custClr>
    <a:custClr name="Light gray">
      <a:srgbClr val="DADADA"/>
    </a:custClr>
    <a:custClr name="Light green">
      <a:srgbClr val="ADDFB3"/>
    </a:custClr>
    <a:custClr name="Light yellow">
      <a:srgbClr val="FFE580"/>
    </a:custClr>
    <a:custClr name="Light orange">
      <a:srgbClr val="FFCA94"/>
    </a:custClr>
    <a:custClr name="Light crimson">
      <a:srgbClr val="FFAEA6"/>
    </a:custClr>
    <a:custClr name="Light pink">
      <a:srgbClr val="F8ACBE"/>
    </a:custClr>
    <a:custClr name="Light purple">
      <a:srgbClr val="CCB3E0"/>
    </a:custClr>
    <a:custClr name="Light blue gray">
      <a:srgbClr val="BED3E4"/>
    </a:custClr>
    <a:custClr name="Success green">
      <a:srgbClr val="14853D"/>
    </a:custClr>
    <a:custClr name="Table blue">
      <a:srgbClr val="C7EDFF"/>
    </a:custClr>
    <a:custClr name="Table gray">
      <a:srgbClr val="F0F0F0"/>
    </a:custClr>
  </a:custClrLst>
  <a:extLst>
    <a:ext uri="{05A4C25C-085E-4340-85A3-A5531E510DB2}">
      <thm15:themeFamily xmlns:thm15="http://schemas.microsoft.com/office/thememl/2012/main" name="Classic Print.potx" id="{3BD3F9C2-E0F5-4CEF-8789-E4AB830419DB}" vid="{79E2AB3F-92A5-4A76-BFD1-0EDE0A7B893B}"/>
    </a:ext>
  </a:extLst>
</a:theme>
</file>

<file path=ppt/theme/theme4.xml><?xml version="1.0" encoding="utf-8"?>
<a:theme xmlns:a="http://schemas.openxmlformats.org/drawingml/2006/main" name="Oliver Wyman">
  <a:themeElements>
    <a:clrScheme name="Oliver Wyman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2C77"/>
      </a:accent1>
      <a:accent2>
        <a:srgbClr val="009DE0"/>
      </a:accent2>
      <a:accent3>
        <a:srgbClr val="949494"/>
      </a:accent3>
      <a:accent4>
        <a:srgbClr val="DADADA"/>
      </a:accent4>
      <a:accent5>
        <a:srgbClr val="275D38"/>
      </a:accent5>
      <a:accent6>
        <a:srgbClr val="00AC41"/>
      </a:accent6>
      <a:hlink>
        <a:srgbClr val="2C6EF2"/>
      </a:hlink>
      <a:folHlink>
        <a:srgbClr val="2C6EF2"/>
      </a:folHlink>
    </a:clrScheme>
    <a:fontScheme name="Oliver Wyman">
      <a:majorFont>
        <a:latin typeface="MMC Display Condensed"/>
        <a:ea typeface=""/>
        <a:cs typeface=""/>
        <a:font script="Jpan" typeface="Meiryo"/>
        <a:font script="Hang" typeface="맑은 고딕"/>
        <a:font script="Hans" typeface="Microsoft YaHei"/>
        <a:font script="Hant" typeface="Microsoft YaHei"/>
        <a:font script="Arab" typeface="Duba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Meiryo"/>
        <a:font script="Hang" typeface="맑은 고딕"/>
        <a:font script="Hans" typeface="DengXian"/>
        <a:font script="Hant" typeface="DengXian"/>
        <a:font script="Arab" typeface="Duba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Calibri"/>
        <a:font script="Uigh" typeface="Microsoft Uighur"/>
        <a:font script="Geor" typeface="Sylfaen"/>
      </a:minorFont>
    </a:fontScheme>
    <a:fmtScheme name="Oliver Wyman">
      <a:fillStyleLst>
        <a:solidFill>
          <a:schemeClr val="phClr"/>
        </a:solidFill>
        <a:solidFill>
          <a:schemeClr val="phClr">
            <a:tint val="0"/>
          </a:schemeClr>
        </a:solidFill>
        <a:solidFill>
          <a:schemeClr val="phClr"/>
        </a:solidFill>
      </a:fillStyleLst>
      <a:lnStyleLst>
        <a:ln w="9525" cap="flat" cmpd="sng" algn="ctr">
          <a:solidFill>
            <a:schemeClr val="phClr">
              <a:satMod val="105000"/>
            </a:schemeClr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  <a:miter lim="800000"/>
        </a:ln>
      </a:spPr>
      <a:bodyPr lIns="73152" tIns="73152" rIns="73152" bIns="73152" rtlCol="0" anchor="ctr"/>
      <a:lstStyle>
        <a:defPPr algn="ctr">
          <a:defRPr sz="1400" kern="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1"/>
          </a:solidFill>
          <a:headEnd type="none" w="med" len="med"/>
          <a:tailEnd type="none" w="med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lIns="0" tIns="0" rIns="0" bIns="0" rtlCol="0">
        <a:spAutoFit/>
      </a:bodyPr>
      <a:lstStyle>
        <a:defPPr algn="l">
          <a:defRPr sz="1400" kern="0" dirty="0" err="1" smtClean="0"/>
        </a:defPPr>
      </a:lstStyle>
    </a:txDef>
  </a:objectDefaults>
  <a:extraClrSchemeLst/>
  <a:custClrLst>
    <a:custClr name="Dark blue">
      <a:srgbClr val="002C77"/>
    </a:custClr>
    <a:custClr name="Dark gray">
      <a:srgbClr val="565656"/>
    </a:custClr>
    <a:custClr name="Dark green">
      <a:srgbClr val="275D38"/>
    </a:custClr>
    <a:custClr name="Dark yellow">
      <a:srgbClr val="965D00"/>
    </a:custClr>
    <a:custClr name="Dark orange">
      <a:srgbClr val="A32E00"/>
    </a:custClr>
    <a:custClr name="Dark crimson">
      <a:srgbClr val="9A1C1F"/>
    </a:custClr>
    <a:custClr name="Dark pink">
      <a:srgbClr val="B2025B"/>
    </a:custClr>
    <a:custClr name="Dark purple">
      <a:srgbClr val="463282"/>
    </a:custClr>
    <a:custClr name="Dark blue gray">
      <a:srgbClr val="4E6287"/>
    </a:custClr>
    <a:custClr name="Danger red">
      <a:srgbClr val="C53532"/>
    </a:custClr>
    <a:custClr name="Blue">
      <a:srgbClr val="009DE0"/>
    </a:custClr>
    <a:custClr name="Gray">
      <a:srgbClr val="949494"/>
    </a:custClr>
    <a:custClr name="Green">
      <a:srgbClr val="00AC41"/>
    </a:custClr>
    <a:custClr name="Yellow">
      <a:srgbClr val="FFBE00"/>
    </a:custClr>
    <a:custClr name="Orange">
      <a:srgbClr val="FF8C00"/>
    </a:custClr>
    <a:custClr name="Crimson">
      <a:srgbClr val="EF4E45"/>
    </a:custClr>
    <a:custClr name="Pink">
      <a:srgbClr val="EE3D8B"/>
    </a:custClr>
    <a:custClr name="Purple">
      <a:srgbClr val="8246AF"/>
    </a:custClr>
    <a:custClr name="Blue gray">
      <a:srgbClr val="8096B2"/>
    </a:custClr>
    <a:custClr name="Warning yellow">
      <a:srgbClr val="FFBE00"/>
    </a:custClr>
    <a:custClr name="Light blue">
      <a:srgbClr val="76D3FF"/>
    </a:custClr>
    <a:custClr name="Light gray">
      <a:srgbClr val="DADADA"/>
    </a:custClr>
    <a:custClr name="Light green">
      <a:srgbClr val="ADDFB3"/>
    </a:custClr>
    <a:custClr name="Light yellow">
      <a:srgbClr val="FFE580"/>
    </a:custClr>
    <a:custClr name="Light orange">
      <a:srgbClr val="FFCA94"/>
    </a:custClr>
    <a:custClr name="Light crimson">
      <a:srgbClr val="FFAEA6"/>
    </a:custClr>
    <a:custClr name="Light pink">
      <a:srgbClr val="F8ACBE"/>
    </a:custClr>
    <a:custClr name="Light purple">
      <a:srgbClr val="CCB3E0"/>
    </a:custClr>
    <a:custClr name="Light blue gray">
      <a:srgbClr val="BED3E4"/>
    </a:custClr>
    <a:custClr name="Success green">
      <a:srgbClr val="14853D"/>
    </a:custClr>
    <a:custClr name="Table blue">
      <a:srgbClr val="C7EDFF"/>
    </a:custClr>
    <a:custClr name="Table gray">
      <a:srgbClr val="F0F0F0"/>
    </a:custClr>
  </a:custClrLst>
  <a:extLst>
    <a:ext uri="{05A4C25C-085E-4340-85A3-A5531E510DB2}">
      <thm15:themeFamily xmlns:thm15="http://schemas.microsoft.com/office/thememl/2012/main" name="Classic Print.potx" id="{3BD3F9C2-E0F5-4CEF-8789-E4AB830419DB}" vid="{79E2AB3F-92A5-4A76-BFD1-0EDE0A7B893B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2C84632ADC9449AA070BE002A71B76" ma:contentTypeVersion="9" ma:contentTypeDescription="Create a new document." ma:contentTypeScope="" ma:versionID="aeb56a15f77468a9b18557431d71f7a6">
  <xsd:schema xmlns:xsd="http://www.w3.org/2001/XMLSchema" xmlns:xs="http://www.w3.org/2001/XMLSchema" xmlns:p="http://schemas.microsoft.com/office/2006/metadata/properties" xmlns:ns2="cf0bb9f5-824d-4f4d-98b6-8f8de6ba75c7" targetNamespace="http://schemas.microsoft.com/office/2006/metadata/properties" ma:root="true" ma:fieldsID="ece7d89205d74e4f98aa5eb97e8a5c44" ns2:_="">
    <xsd:import namespace="cf0bb9f5-824d-4f4d-98b6-8f8de6ba75c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0bb9f5-824d-4f4d-98b6-8f8de6ba75c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D766922-D03E-431D-8733-5EB25C75F62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7A54E9B-2303-4DB3-829E-72FA5CF5393B}">
  <ds:schemaRefs>
    <ds:schemaRef ds:uri="cf0bb9f5-824d-4f4d-98b6-8f8de6ba75c7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7EEE3528-B9C3-4B43-B901-77EB6B5EC1C0}">
  <ds:schemaRefs>
    <ds:schemaRef ds:uri="cf0bb9f5-824d-4f4d-98b6-8f8de6ba75c7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16</Slides>
  <Notes>7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Vanilla Widescreen</vt:lpstr>
      <vt:lpstr>1_Vanilla Widescreen</vt:lpstr>
      <vt:lpstr>PowerPoint Presentation</vt:lpstr>
      <vt:lpstr>Agenda </vt:lpstr>
      <vt:lpstr>PowerPoint Presentation</vt:lpstr>
      <vt:lpstr>Foundational blueprint workstream: recent progress and risks Overall workstream status continues to be green; Production environment, initial systems integration framework, and app migration framework were delivered during the second half of December; There remains risks associated with FXIP development/testing and the cloud provider RFI timelines</vt:lpstr>
      <vt:lpstr>Foundational blueprint workstream upcoming milestones Development of the FXIP in non-prod is delayed due to internal/external dependencies, with timelines pending clarification by 1/23; All other workstream milestones are on track</vt:lpstr>
      <vt:lpstr>PowerPoint Presentation</vt:lpstr>
      <vt:lpstr>NXOP Data Strategy &amp; Governance How are we approaching data strategy, governance, and modelling standards to ensure alignment between NXOP, legacy platforms, new applications, and vended solutions?  </vt:lpstr>
      <vt:lpstr>NXOP Data Model Strategy &amp; Governance For discussion  </vt:lpstr>
      <vt:lpstr>Proposed data ownership The program must establish clear accountability by designating owners for each data area. This will enhance transparency, streamline decision-making, and promote collaboration, driving our objectives forward.</vt:lpstr>
      <vt:lpstr>PowerPoint Presentation</vt:lpstr>
      <vt:lpstr>Flight Milestones – Path to Green</vt:lpstr>
      <vt:lpstr>Crew Pay Milestones – Path to Green</vt:lpstr>
      <vt:lpstr>TDEC MIPS/Resource Utilization - update for reference Our ongoing approach is to focus on our two guiding principles: Be as non-disruptive as possible and avoid capital costs </vt:lpstr>
      <vt:lpstr>PowerPoint Presentation</vt:lpstr>
      <vt:lpstr>FOS Decomm Recent Progress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Yang, Yihao</dc:creator>
  <cp:keywords>OW21.Widescreen.20221107.2</cp:keywords>
  <cp:revision>1</cp:revision>
  <dcterms:created xsi:type="dcterms:W3CDTF">2025-08-24T22:31:20Z</dcterms:created>
  <dcterms:modified xsi:type="dcterms:W3CDTF">2026-01-22T21:15:47Z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Version">
    <vt:lpwstr>2021/06/01</vt:lpwstr>
  </property>
  <property fmtid="{D5CDD505-2E9C-101B-9397-08002B2CF9AE}" pid="3" name="DocumentMSOLanguageID">
    <vt:lpwstr>msoLanguageIDEnglishUK</vt:lpwstr>
  </property>
  <property fmtid="{D5CDD505-2E9C-101B-9397-08002B2CF9AE}" pid="4" name="LogoName">
    <vt:lpwstr>Oliver Wyman</vt:lpwstr>
  </property>
  <property fmtid="{D5CDD505-2E9C-101B-9397-08002B2CF9AE}" pid="5" name="MSIP_Label_38f1469a-2c2a-4aee-b92b-090d4c5468ff_Enabled">
    <vt:lpwstr>true</vt:lpwstr>
  </property>
  <property fmtid="{D5CDD505-2E9C-101B-9397-08002B2CF9AE}" pid="6" name="MSIP_Label_38f1469a-2c2a-4aee-b92b-090d4c5468ff_SetDate">
    <vt:lpwstr>2025-08-25T01:14:50Z</vt:lpwstr>
  </property>
  <property fmtid="{D5CDD505-2E9C-101B-9397-08002B2CF9AE}" pid="7" name="MSIP_Label_38f1469a-2c2a-4aee-b92b-090d4c5468ff_Method">
    <vt:lpwstr>Standard</vt:lpwstr>
  </property>
  <property fmtid="{D5CDD505-2E9C-101B-9397-08002B2CF9AE}" pid="8" name="MSIP_Label_38f1469a-2c2a-4aee-b92b-090d4c5468ff_Name">
    <vt:lpwstr>Confidential - Unmarked</vt:lpwstr>
  </property>
  <property fmtid="{D5CDD505-2E9C-101B-9397-08002B2CF9AE}" pid="9" name="MSIP_Label_38f1469a-2c2a-4aee-b92b-090d4c5468ff_SiteId">
    <vt:lpwstr>2a6e6092-73e4-4752-b1a5-477a17f5056d</vt:lpwstr>
  </property>
  <property fmtid="{D5CDD505-2E9C-101B-9397-08002B2CF9AE}" pid="10" name="MSIP_Label_38f1469a-2c2a-4aee-b92b-090d4c5468ff_ActionId">
    <vt:lpwstr>4e6e8d87-1ef2-4280-9a1a-d8d73475d7d2</vt:lpwstr>
  </property>
  <property fmtid="{D5CDD505-2E9C-101B-9397-08002B2CF9AE}" pid="11" name="MSIP_Label_38f1469a-2c2a-4aee-b92b-090d4c5468ff_ContentBits">
    <vt:lpwstr>0</vt:lpwstr>
  </property>
  <property fmtid="{D5CDD505-2E9C-101B-9397-08002B2CF9AE}" pid="12" name="MSIP_Label_38f1469a-2c2a-4aee-b92b-090d4c5468ff_Tag">
    <vt:lpwstr>10, 3, 0, 1</vt:lpwstr>
  </property>
  <property fmtid="{D5CDD505-2E9C-101B-9397-08002B2CF9AE}" pid="13" name="ContentTypeId">
    <vt:lpwstr>0x010100612C84632ADC9449AA070BE002A71B76</vt:lpwstr>
  </property>
</Properties>
</file>